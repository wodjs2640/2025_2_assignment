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4"/>
  </p:notesMasterIdLst>
  <p:sldIdLst>
    <p:sldId id="256" r:id="rId2"/>
    <p:sldId id="257" r:id="rId3"/>
    <p:sldId id="356" r:id="rId4"/>
    <p:sldId id="293" r:id="rId5"/>
    <p:sldId id="294" r:id="rId6"/>
    <p:sldId id="319" r:id="rId7"/>
    <p:sldId id="362" r:id="rId8"/>
    <p:sldId id="345" r:id="rId9"/>
    <p:sldId id="258" r:id="rId10"/>
    <p:sldId id="321" r:id="rId11"/>
    <p:sldId id="340" r:id="rId12"/>
    <p:sldId id="361" r:id="rId13"/>
    <p:sldId id="343" r:id="rId14"/>
    <p:sldId id="352" r:id="rId15"/>
    <p:sldId id="358" r:id="rId16"/>
    <p:sldId id="325" r:id="rId17"/>
    <p:sldId id="302" r:id="rId18"/>
    <p:sldId id="303" r:id="rId19"/>
    <p:sldId id="304" r:id="rId20"/>
    <p:sldId id="305" r:id="rId21"/>
    <p:sldId id="313" r:id="rId22"/>
    <p:sldId id="315" r:id="rId23"/>
    <p:sldId id="322" r:id="rId24"/>
    <p:sldId id="285" r:id="rId25"/>
    <p:sldId id="331" r:id="rId26"/>
    <p:sldId id="327" r:id="rId27"/>
    <p:sldId id="316" r:id="rId28"/>
    <p:sldId id="297" r:id="rId29"/>
    <p:sldId id="290" r:id="rId30"/>
    <p:sldId id="291" r:id="rId31"/>
    <p:sldId id="268" r:id="rId32"/>
    <p:sldId id="323" r:id="rId33"/>
    <p:sldId id="333" r:id="rId34"/>
    <p:sldId id="318" r:id="rId35"/>
    <p:sldId id="359" r:id="rId36"/>
    <p:sldId id="353" r:id="rId37"/>
    <p:sldId id="328" r:id="rId38"/>
    <p:sldId id="298" r:id="rId39"/>
    <p:sldId id="274" r:id="rId40"/>
    <p:sldId id="324" r:id="rId41"/>
    <p:sldId id="335" r:id="rId42"/>
    <p:sldId id="336" r:id="rId43"/>
    <p:sldId id="329" r:id="rId44"/>
    <p:sldId id="354" r:id="rId45"/>
    <p:sldId id="360" r:id="rId46"/>
    <p:sldId id="275" r:id="rId47"/>
    <p:sldId id="355" r:id="rId48"/>
    <p:sldId id="357" r:id="rId49"/>
    <p:sldId id="344" r:id="rId50"/>
    <p:sldId id="346" r:id="rId51"/>
    <p:sldId id="261" r:id="rId52"/>
    <p:sldId id="347" r:id="rId53"/>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TxStyle/>
      <a:tcStyle>
        <a:tcBdr/>
        <a:fill>
          <a:solidFill>
            <a:schemeClr val="accent1">
              <a:tint val="40000"/>
            </a:schemeClr>
          </a:solidFill>
        </a:fill>
      </a:tcStyle>
    </a:band1H>
    <a:band2H>
      <a:tcTxStyle/>
      <a:tcStyle>
        <a:tcBdr/>
      </a:tcStyle>
    </a:band2H>
    <a:band1V>
      <a:tcTxStyle/>
      <a:tcStyle>
        <a:tcBdr/>
        <a:fill>
          <a:solidFill>
            <a:schemeClr val="accent1">
              <a:tint val="40000"/>
            </a:schemeClr>
          </a:solidFill>
        </a:fill>
      </a:tcStyle>
    </a:band1V>
    <a:band2V>
      <a:tcTxStyle/>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TxStyle/>
      <a:tcStyle>
        <a:tcBdr/>
        <a:fill>
          <a:solidFill>
            <a:schemeClr val="dk1">
              <a:tint val="40000"/>
            </a:schemeClr>
          </a:solidFill>
        </a:fill>
      </a:tcStyle>
    </a:band1H>
    <a:band2H>
      <a:tcTxStyle/>
      <a:tcStyle>
        <a:tcBdr/>
      </a:tcStyle>
    </a:band2H>
    <a:band1V>
      <a:tcTxStyle/>
      <a:tcStyle>
        <a:tcBdr/>
        <a:fill>
          <a:solidFill>
            <a:schemeClr val="dk1">
              <a:tint val="40000"/>
            </a:schemeClr>
          </a:solidFill>
        </a:fill>
      </a:tcStyle>
    </a:band1V>
    <a:band2V>
      <a:tcTxStyle/>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1A66EDD-3DAB-4C5B-A090-DC80EC1FD486}" styleName="Normal Style 1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lum val="90000"/>
            </a:schemeClr>
          </a:solidFill>
        </a:fill>
      </a:tcStyle>
    </a:wholeTbl>
    <a:band1H>
      <a:tcTxStyle/>
      <a:tcStyle>
        <a:tcBdr/>
        <a:fill>
          <a:solidFill>
            <a:schemeClr val="accent1">
              <a:lum val="80000"/>
            </a:schemeClr>
          </a:solidFill>
        </a:fill>
      </a:tcStyle>
    </a:band1H>
    <a:band2H>
      <a:tcTxStyle/>
      <a:tcStyle>
        <a:tcBdr/>
      </a:tcStyle>
    </a:band2H>
    <a:band1V>
      <a:tcTxStyle/>
      <a:tcStyle>
        <a:tcBdr/>
        <a:fill>
          <a:solidFill>
            <a:schemeClr val="accent1">
              <a:lum val="80000"/>
            </a:schemeClr>
          </a:solidFill>
        </a:fill>
      </a:tcStyle>
    </a:band1V>
    <a:band2V>
      <a:tcTxStyle/>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56" autoAdjust="0"/>
    <p:restoredTop sz="75294" autoAdjust="0"/>
  </p:normalViewPr>
  <p:slideViewPr>
    <p:cSldViewPr snapToGrid="0">
      <p:cViewPr varScale="1">
        <p:scale>
          <a:sx n="94" d="100"/>
          <a:sy n="94" d="100"/>
        </p:scale>
        <p:origin x="192" y="90"/>
      </p:cViewPr>
      <p:guideLst/>
    </p:cSldViewPr>
  </p:slideViewPr>
  <p:notesTextViewPr>
    <p:cViewPr>
      <p:scale>
        <a:sx n="75" d="100"/>
        <a:sy n="75" d="100"/>
      </p:scale>
      <p:origin x="0" y="0"/>
    </p:cViewPr>
  </p:notesTextViewPr>
  <p:notesViewPr>
    <p:cSldViewPr snapToGrid="0">
      <p:cViewPr varScale="1">
        <p:scale>
          <a:sx n="66" d="100"/>
          <a:sy n="66" d="100"/>
        </p:scale>
        <p:origin x="3134" y="67"/>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pPr lvl="0">
              <a:defRPr/>
            </a:pPr>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pPr lvl="0">
              <a:defRPr/>
            </a:pPr>
            <a:fld id="{695D94AF-96EB-487C-B939-6CE2DFBD4DC7}" type="datetime1">
              <a:rPr lang="ko-KR" altLang="en-US"/>
              <a:pPr lvl="0">
                <a:defRPr/>
              </a:pPr>
              <a:t>2025-11-06</a:t>
            </a:fld>
            <a:endParaRPr lang="ko-KR" altLang="en-US"/>
          </a:p>
        </p:txBody>
      </p:sp>
      <p:sp>
        <p:nvSpPr>
          <p:cNvPr id="4" name="슬라이드 이미지 개체 틀 3"/>
          <p:cNvSpPr>
            <a:spLocks noGrp="1" noRot="1" noChangeAspect="1" noTextEdi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anchor="ctr"/>
          <a:lstStyle/>
          <a:p>
            <a:pPr lvl="0">
              <a:defRPr/>
            </a:pPr>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anchor="b"/>
          <a:lstStyle>
            <a:lvl1pPr algn="l">
              <a:defRPr sz="1200"/>
            </a:lvl1pPr>
          </a:lstStyle>
          <a:p>
            <a:pPr lvl="0">
              <a:defRPr/>
            </a:pPr>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anchor="b"/>
          <a:lstStyle>
            <a:lvl1pPr algn="r">
              <a:defRPr sz="1200"/>
            </a:lvl1pPr>
          </a:lstStyle>
          <a:p>
            <a:pPr lvl="0">
              <a:defRPr/>
            </a:pPr>
            <a:fld id="{BDC154FB-B7D0-4F76-BDDE-18AD8868F6C3}" type="slidenum">
              <a:rPr lang="ko-KR" altLang="en-US"/>
              <a:pPr lvl="0">
                <a:defRPr/>
              </a:pPr>
              <a:t>‹#›</a:t>
            </a:fld>
            <a:endParaRPr lang="ko-KR"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noTextEdit="1"/>
          </p:cNvSpPr>
          <p:nvPr>
            <p:ph type="sldImg"/>
          </p:nvPr>
        </p:nvSpPr>
        <p:spPr/>
      </p:sp>
      <p:sp>
        <p:nvSpPr>
          <p:cNvPr id="3" name="슬라이드 노트 개체 틀 2"/>
          <p:cNvSpPr>
            <a:spLocks noGrp="1"/>
          </p:cNvSpPr>
          <p:nvPr>
            <p:ph type="body" idx="1"/>
          </p:nvPr>
        </p:nvSpPr>
        <p:spPr/>
        <p:txBody>
          <a:bodyPr/>
          <a:lstStyle/>
          <a:p>
            <a:pPr lvl="0">
              <a:defRPr/>
            </a:pPr>
            <a:endParaRPr lang="ko-KR" altLang="en-US" dirty="0"/>
          </a:p>
        </p:txBody>
      </p:sp>
      <p:sp>
        <p:nvSpPr>
          <p:cNvPr id="4" name="슬라이드 번호 개체 틀 3"/>
          <p:cNvSpPr>
            <a:spLocks noGrp="1"/>
          </p:cNvSpPr>
          <p:nvPr>
            <p:ph type="sldNum" sz="quarter" idx="5"/>
          </p:nvPr>
        </p:nvSpPr>
        <p:spPr/>
        <p:txBody>
          <a:bodyPr/>
          <a:lstStyle/>
          <a:p>
            <a:pPr lvl="0">
              <a:defRPr/>
            </a:pPr>
            <a:fld id="{BDC154FB-B7D0-4F76-BDDE-18AD8868F6C3}" type="slidenum">
              <a:rPr lang="en-US" altLang="en-US"/>
              <a:pPr lvl="0">
                <a:defRPr/>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b="0" i="0" dirty="0">
                <a:solidFill>
                  <a:srgbClr val="D4D4D4"/>
                </a:solidFill>
                <a:effectLst/>
                <a:latin typeface="-apple-system"/>
              </a:rPr>
              <a:t>A Unix shell is a program that makes the facilities of the operating system available to interactive users.</a:t>
            </a:r>
          </a:p>
          <a:p>
            <a:r>
              <a:rPr lang="en-US" altLang="ko-KR" dirty="0"/>
              <a:t>C shell, bash shell could</a:t>
            </a:r>
            <a:r>
              <a:rPr lang="ko-KR" altLang="en-US" dirty="0"/>
              <a:t> </a:t>
            </a:r>
            <a:r>
              <a:rPr lang="en-US" altLang="ko-KR" dirty="0"/>
              <a:t>be</a:t>
            </a:r>
            <a:r>
              <a:rPr lang="ko-KR" altLang="en-US" dirty="0"/>
              <a:t> </a:t>
            </a:r>
            <a:r>
              <a:rPr lang="en-US" altLang="ko-KR" dirty="0"/>
              <a:t>an</a:t>
            </a:r>
            <a:r>
              <a:rPr lang="ko-KR" altLang="en-US" dirty="0"/>
              <a:t> </a:t>
            </a:r>
            <a:r>
              <a:rPr lang="en-US" altLang="ko-KR" dirty="0"/>
              <a:t>example</a:t>
            </a:r>
            <a:endParaRPr lang="ko-KR" altLang="en-US" dirty="0"/>
          </a:p>
        </p:txBody>
      </p:sp>
      <p:sp>
        <p:nvSpPr>
          <p:cNvPr id="4" name="슬라이드 번호 개체 틀 3"/>
          <p:cNvSpPr>
            <a:spLocks noGrp="1"/>
          </p:cNvSpPr>
          <p:nvPr>
            <p:ph type="sldNum" sz="quarter" idx="5"/>
          </p:nvPr>
        </p:nvSpPr>
        <p:spPr/>
        <p:txBody>
          <a:bodyPr/>
          <a:lstStyle/>
          <a:p>
            <a:pPr lvl="0">
              <a:defRPr/>
            </a:pPr>
            <a:fld id="{BDC154FB-B7D0-4F76-BDDE-18AD8868F6C3}" type="slidenum">
              <a:rPr lang="ko-KR" altLang="en-US" smtClean="0"/>
              <a:pPr lvl="0">
                <a:defRPr/>
              </a:pPr>
              <a:t>2</a:t>
            </a:fld>
            <a:endParaRPr lang="ko-KR" altLang="en-US"/>
          </a:p>
        </p:txBody>
      </p:sp>
    </p:spTree>
    <p:extLst>
      <p:ext uri="{BB962C8B-B14F-4D97-AF65-F5344CB8AC3E}">
        <p14:creationId xmlns:p14="http://schemas.microsoft.com/office/powerpoint/2010/main" val="4267149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built-in command</a:t>
            </a:r>
          </a:p>
          <a:p>
            <a:pPr marL="171450" indent="-171450">
              <a:buFontTx/>
              <a:buChar char="-"/>
            </a:pPr>
            <a:r>
              <a:rPr lang="en-US" altLang="ko-KR" dirty="0"/>
              <a:t>command that is executed directly by the shell itself rather than by an external program</a:t>
            </a:r>
          </a:p>
          <a:p>
            <a:pPr marL="171450" indent="-171450">
              <a:buFontTx/>
              <a:buChar char="-"/>
            </a:pPr>
            <a:endParaRPr lang="en-US" altLang="ko-KR" dirty="0"/>
          </a:p>
          <a:p>
            <a:pPr marL="171450" indent="-171450">
              <a:buFontTx/>
              <a:buChar char="-"/>
            </a:pPr>
            <a:r>
              <a:rPr lang="en-US" altLang="ko-KR" dirty="0"/>
              <a:t>“An external command is a separate executable program that the shell runs as a child </a:t>
            </a:r>
            <a:r>
              <a:rPr lang="en-US" altLang="ko-KR" dirty="0" err="1"/>
              <a:t>process.”m</a:t>
            </a:r>
            <a:r>
              <a:rPr lang="en-US" altLang="ko-KR" dirty="0"/>
              <a:t>.”</a:t>
            </a:r>
            <a:endParaRPr lang="ko-KR" altLang="en-US" dirty="0"/>
          </a:p>
        </p:txBody>
      </p:sp>
      <p:sp>
        <p:nvSpPr>
          <p:cNvPr id="4" name="슬라이드 번호 개체 틀 3"/>
          <p:cNvSpPr>
            <a:spLocks noGrp="1"/>
          </p:cNvSpPr>
          <p:nvPr>
            <p:ph type="sldNum" sz="quarter" idx="5"/>
          </p:nvPr>
        </p:nvSpPr>
        <p:spPr/>
        <p:txBody>
          <a:bodyPr/>
          <a:lstStyle/>
          <a:p>
            <a:pPr lvl="0">
              <a:defRPr/>
            </a:pPr>
            <a:fld id="{BDC154FB-B7D0-4F76-BDDE-18AD8868F6C3}" type="slidenum">
              <a:rPr lang="ko-KR" altLang="en-US" smtClean="0"/>
              <a:pPr lvl="0">
                <a:defRPr/>
              </a:pPr>
              <a:t>3</a:t>
            </a:fld>
            <a:endParaRPr lang="ko-KR" altLang="en-US"/>
          </a:p>
        </p:txBody>
      </p:sp>
    </p:spTree>
    <p:extLst>
      <p:ext uri="{BB962C8B-B14F-4D97-AF65-F5344CB8AC3E}">
        <p14:creationId xmlns:p14="http://schemas.microsoft.com/office/powerpoint/2010/main" val="1894221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lvl="0">
              <a:defRPr/>
            </a:pPr>
            <a:fld id="{BDC154FB-B7D0-4F76-BDDE-18AD8868F6C3}" type="slidenum">
              <a:rPr lang="ko-KR" altLang="en-US" smtClean="0"/>
              <a:pPr lvl="0">
                <a:defRPr/>
              </a:pPr>
              <a:t>4</a:t>
            </a:fld>
            <a:endParaRPr lang="ko-KR" altLang="en-US"/>
          </a:p>
        </p:txBody>
      </p:sp>
    </p:spTree>
    <p:extLst>
      <p:ext uri="{BB962C8B-B14F-4D97-AF65-F5344CB8AC3E}">
        <p14:creationId xmlns:p14="http://schemas.microsoft.com/office/powerpoint/2010/main" val="37205272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lvl="0">
              <a:defRPr/>
            </a:pPr>
            <a:fld id="{BDC154FB-B7D0-4F76-BDDE-18AD8868F6C3}" type="slidenum">
              <a:rPr lang="ko-KR" altLang="en-US" smtClean="0"/>
              <a:pPr lvl="0">
                <a:defRPr/>
              </a:pPr>
              <a:t>5</a:t>
            </a:fld>
            <a:endParaRPr lang="ko-KR" altLang="en-US"/>
          </a:p>
        </p:txBody>
      </p:sp>
    </p:spTree>
    <p:extLst>
      <p:ext uri="{BB962C8B-B14F-4D97-AF65-F5344CB8AC3E}">
        <p14:creationId xmlns:p14="http://schemas.microsoft.com/office/powerpoint/2010/main" val="29491486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lvl="0">
              <a:defRPr/>
            </a:pPr>
            <a:fld id="{BDC154FB-B7D0-4F76-BDDE-18AD8868F6C3}" type="slidenum">
              <a:rPr lang="ko-KR" altLang="en-US" smtClean="0"/>
              <a:pPr lvl="0">
                <a:defRPr/>
              </a:pPr>
              <a:t>6</a:t>
            </a:fld>
            <a:endParaRPr lang="ko-KR" altLang="en-US"/>
          </a:p>
        </p:txBody>
      </p:sp>
    </p:spTree>
    <p:extLst>
      <p:ext uri="{BB962C8B-B14F-4D97-AF65-F5344CB8AC3E}">
        <p14:creationId xmlns:p14="http://schemas.microsoft.com/office/powerpoint/2010/main" val="36926965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lvl="0">
              <a:defRPr/>
            </a:pPr>
            <a:fld id="{BDC154FB-B7D0-4F76-BDDE-18AD8868F6C3}" type="slidenum">
              <a:rPr lang="ko-KR" altLang="en-US" smtClean="0"/>
              <a:pPr lvl="0">
                <a:defRPr/>
              </a:pPr>
              <a:t>7</a:t>
            </a:fld>
            <a:endParaRPr lang="ko-KR" altLang="en-US"/>
          </a:p>
        </p:txBody>
      </p:sp>
    </p:spTree>
    <p:extLst>
      <p:ext uri="{BB962C8B-B14F-4D97-AF65-F5344CB8AC3E}">
        <p14:creationId xmlns:p14="http://schemas.microsoft.com/office/powerpoint/2010/main" val="32601431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lvl="0">
              <a:defRPr/>
            </a:pPr>
            <a:fld id="{BDC154FB-B7D0-4F76-BDDE-18AD8868F6C3}" type="slidenum">
              <a:rPr lang="ko-KR" altLang="en-US" smtClean="0"/>
              <a:pPr lvl="0">
                <a:defRPr/>
              </a:pPr>
              <a:t>8</a:t>
            </a:fld>
            <a:endParaRPr lang="ko-KR" altLang="en-US"/>
          </a:p>
        </p:txBody>
      </p:sp>
    </p:spTree>
    <p:extLst>
      <p:ext uri="{BB962C8B-B14F-4D97-AF65-F5344CB8AC3E}">
        <p14:creationId xmlns:p14="http://schemas.microsoft.com/office/powerpoint/2010/main" val="32724522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altLang="ko-KR" dirty="0"/>
          </a:p>
        </p:txBody>
      </p:sp>
      <p:sp>
        <p:nvSpPr>
          <p:cNvPr id="4" name="슬라이드 번호 개체 틀 3"/>
          <p:cNvSpPr>
            <a:spLocks noGrp="1"/>
          </p:cNvSpPr>
          <p:nvPr>
            <p:ph type="sldNum" sz="quarter" idx="5"/>
          </p:nvPr>
        </p:nvSpPr>
        <p:spPr/>
        <p:txBody>
          <a:bodyPr/>
          <a:lstStyle/>
          <a:p>
            <a:pPr lvl="0">
              <a:defRPr/>
            </a:pPr>
            <a:fld id="{BDC154FB-B7D0-4F76-BDDE-18AD8868F6C3}" type="slidenum">
              <a:rPr lang="ko-KR" altLang="en-US" smtClean="0"/>
              <a:pPr lvl="0">
                <a:defRPr/>
              </a:pPr>
              <a:t>9</a:t>
            </a:fld>
            <a:endParaRPr lang="ko-KR" altLang="en-US"/>
          </a:p>
        </p:txBody>
      </p:sp>
    </p:spTree>
    <p:extLst>
      <p:ext uri="{BB962C8B-B14F-4D97-AF65-F5344CB8AC3E}">
        <p14:creationId xmlns:p14="http://schemas.microsoft.com/office/powerpoint/2010/main" val="24555563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lvl="0">
              <a:defRPr/>
            </a:pPr>
            <a:fld id="{BDC154FB-B7D0-4F76-BDDE-18AD8868F6C3}" type="slidenum">
              <a:rPr lang="ko-KR" altLang="en-US" smtClean="0"/>
              <a:pPr lvl="0">
                <a:defRPr/>
              </a:pPr>
              <a:t>10</a:t>
            </a:fld>
            <a:endParaRPr lang="ko-KR" altLang="en-US"/>
          </a:p>
        </p:txBody>
      </p:sp>
    </p:spTree>
    <p:extLst>
      <p:ext uri="{BB962C8B-B14F-4D97-AF65-F5344CB8AC3E}">
        <p14:creationId xmlns:p14="http://schemas.microsoft.com/office/powerpoint/2010/main" val="469270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lvl="0">
              <a:defRPr/>
            </a:pPr>
            <a:fld id="{BDC154FB-B7D0-4F76-BDDE-18AD8868F6C3}" type="slidenum">
              <a:rPr lang="ko-KR" altLang="en-US" smtClean="0"/>
              <a:pPr lvl="0">
                <a:defRPr/>
              </a:pPr>
              <a:t>11</a:t>
            </a:fld>
            <a:endParaRPr lang="ko-KR" altLang="en-US"/>
          </a:p>
        </p:txBody>
      </p:sp>
    </p:spTree>
    <p:extLst>
      <p:ext uri="{BB962C8B-B14F-4D97-AF65-F5344CB8AC3E}">
        <p14:creationId xmlns:p14="http://schemas.microsoft.com/office/powerpoint/2010/main" val="14110494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90B01-3D9A-D59B-12CF-6BC9A7B166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8BFCDB2-8811-9AAA-299D-90389A3B4D3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03F9843-EEAF-CE70-63C4-D58049906854}"/>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6E2BF311-A80D-E7FD-D91E-B8E444DF4061}"/>
              </a:ext>
            </a:extLst>
          </p:cNvPr>
          <p:cNvSpPr>
            <a:spLocks noGrp="1"/>
          </p:cNvSpPr>
          <p:nvPr>
            <p:ph type="sldNum" sz="quarter" idx="5"/>
          </p:nvPr>
        </p:nvSpPr>
        <p:spPr/>
        <p:txBody>
          <a:bodyPr/>
          <a:lstStyle/>
          <a:p>
            <a:pPr lvl="0">
              <a:defRPr/>
            </a:pPr>
            <a:fld id="{BDC154FB-B7D0-4F76-BDDE-18AD8868F6C3}" type="slidenum">
              <a:rPr lang="ko-KR" altLang="en-US" smtClean="0"/>
              <a:pPr lvl="0">
                <a:defRPr/>
              </a:pPr>
              <a:t>12</a:t>
            </a:fld>
            <a:endParaRPr lang="ko-KR" altLang="en-US"/>
          </a:p>
        </p:txBody>
      </p:sp>
    </p:spTree>
    <p:extLst>
      <p:ext uri="{BB962C8B-B14F-4D97-AF65-F5344CB8AC3E}">
        <p14:creationId xmlns:p14="http://schemas.microsoft.com/office/powerpoint/2010/main" val="41903804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A7162-C09E-87E4-6B79-785C430FFF5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C41C6D3-350E-7FC4-BB76-E7FAACAF388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826E092-64EB-7C08-3DA9-100C9A7FBAFC}"/>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B4E80E95-E424-3976-ABC7-D835AE4F2CCF}"/>
              </a:ext>
            </a:extLst>
          </p:cNvPr>
          <p:cNvSpPr>
            <a:spLocks noGrp="1"/>
          </p:cNvSpPr>
          <p:nvPr>
            <p:ph type="sldNum" sz="quarter" idx="5"/>
          </p:nvPr>
        </p:nvSpPr>
        <p:spPr/>
        <p:txBody>
          <a:bodyPr/>
          <a:lstStyle/>
          <a:p>
            <a:pPr lvl="0">
              <a:defRPr/>
            </a:pPr>
            <a:fld id="{BDC154FB-B7D0-4F76-BDDE-18AD8868F6C3}" type="slidenum">
              <a:rPr lang="ko-KR" altLang="en-US" smtClean="0"/>
              <a:pPr lvl="0">
                <a:defRPr/>
              </a:pPr>
              <a:t>13</a:t>
            </a:fld>
            <a:endParaRPr lang="ko-KR" altLang="en-US"/>
          </a:p>
        </p:txBody>
      </p:sp>
    </p:spTree>
    <p:extLst>
      <p:ext uri="{BB962C8B-B14F-4D97-AF65-F5344CB8AC3E}">
        <p14:creationId xmlns:p14="http://schemas.microsoft.com/office/powerpoint/2010/main" val="14493391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1D416-9101-A8EB-D17E-21D498951D8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9FAD18F-4BD7-3072-B65F-A2FAA83A7A5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E7E32A5-6D4A-1583-3754-73A2215B76C1}"/>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45FEF772-24E4-0814-AF57-0B240ADC9148}"/>
              </a:ext>
            </a:extLst>
          </p:cNvPr>
          <p:cNvSpPr>
            <a:spLocks noGrp="1"/>
          </p:cNvSpPr>
          <p:nvPr>
            <p:ph type="sldNum" sz="quarter" idx="5"/>
          </p:nvPr>
        </p:nvSpPr>
        <p:spPr/>
        <p:txBody>
          <a:bodyPr/>
          <a:lstStyle/>
          <a:p>
            <a:pPr lvl="0">
              <a:defRPr/>
            </a:pPr>
            <a:fld id="{BDC154FB-B7D0-4F76-BDDE-18AD8868F6C3}" type="slidenum">
              <a:rPr lang="ko-KR" altLang="en-US" smtClean="0"/>
              <a:pPr lvl="0">
                <a:defRPr/>
              </a:pPr>
              <a:t>14</a:t>
            </a:fld>
            <a:endParaRPr lang="ko-KR" altLang="en-US"/>
          </a:p>
        </p:txBody>
      </p:sp>
    </p:spTree>
    <p:extLst>
      <p:ext uri="{BB962C8B-B14F-4D97-AF65-F5344CB8AC3E}">
        <p14:creationId xmlns:p14="http://schemas.microsoft.com/office/powerpoint/2010/main" val="32839805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1D416-9101-A8EB-D17E-21D498951D8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9FAD18F-4BD7-3072-B65F-A2FAA83A7A5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E7E32A5-6D4A-1583-3754-73A2215B76C1}"/>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45FEF772-24E4-0814-AF57-0B240ADC9148}"/>
              </a:ext>
            </a:extLst>
          </p:cNvPr>
          <p:cNvSpPr>
            <a:spLocks noGrp="1"/>
          </p:cNvSpPr>
          <p:nvPr>
            <p:ph type="sldNum" sz="quarter" idx="5"/>
          </p:nvPr>
        </p:nvSpPr>
        <p:spPr/>
        <p:txBody>
          <a:bodyPr/>
          <a:lstStyle/>
          <a:p>
            <a:pPr lvl="0">
              <a:defRPr/>
            </a:pPr>
            <a:fld id="{BDC154FB-B7D0-4F76-BDDE-18AD8868F6C3}" type="slidenum">
              <a:rPr lang="ko-KR" altLang="en-US" smtClean="0"/>
              <a:pPr lvl="0">
                <a:defRPr/>
              </a:pPr>
              <a:t>15</a:t>
            </a:fld>
            <a:endParaRPr lang="ko-KR" altLang="en-US"/>
          </a:p>
        </p:txBody>
      </p:sp>
    </p:spTree>
    <p:extLst>
      <p:ext uri="{BB962C8B-B14F-4D97-AF65-F5344CB8AC3E}">
        <p14:creationId xmlns:p14="http://schemas.microsoft.com/office/powerpoint/2010/main" val="11738993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A program can use system calls like open, pipe, dup2, and close to connect these file descriptors to other destinations (such as files, pipes, or sockets). This allows input and output to flow between files or other processes instead of the screen and keyboard.”</a:t>
            </a:r>
            <a:endParaRPr lang="ko-KR" altLang="en-US" dirty="0"/>
          </a:p>
        </p:txBody>
      </p:sp>
      <p:sp>
        <p:nvSpPr>
          <p:cNvPr id="4" name="슬라이드 번호 개체 틀 3"/>
          <p:cNvSpPr>
            <a:spLocks noGrp="1"/>
          </p:cNvSpPr>
          <p:nvPr>
            <p:ph type="sldNum" sz="quarter" idx="5"/>
          </p:nvPr>
        </p:nvSpPr>
        <p:spPr/>
        <p:txBody>
          <a:bodyPr/>
          <a:lstStyle/>
          <a:p>
            <a:pPr lvl="0">
              <a:defRPr/>
            </a:pPr>
            <a:fld id="{BDC154FB-B7D0-4F76-BDDE-18AD8868F6C3}" type="slidenum">
              <a:rPr lang="ko-KR" altLang="en-US" smtClean="0"/>
              <a:pPr lvl="0">
                <a:defRPr/>
              </a:pPr>
              <a:t>17</a:t>
            </a:fld>
            <a:endParaRPr lang="ko-KR" altLang="en-US"/>
          </a:p>
        </p:txBody>
      </p:sp>
    </p:spTree>
    <p:extLst>
      <p:ext uri="{BB962C8B-B14F-4D97-AF65-F5344CB8AC3E}">
        <p14:creationId xmlns:p14="http://schemas.microsoft.com/office/powerpoint/2010/main" val="26010878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lvl="0">
              <a:defRPr/>
            </a:pPr>
            <a:fld id="{BDC154FB-B7D0-4F76-BDDE-18AD8868F6C3}" type="slidenum">
              <a:rPr lang="ko-KR" altLang="en-US" smtClean="0"/>
              <a:pPr lvl="0">
                <a:defRPr/>
              </a:pPr>
              <a:t>18</a:t>
            </a:fld>
            <a:endParaRPr lang="ko-KR" altLang="en-US"/>
          </a:p>
        </p:txBody>
      </p:sp>
    </p:spTree>
    <p:extLst>
      <p:ext uri="{BB962C8B-B14F-4D97-AF65-F5344CB8AC3E}">
        <p14:creationId xmlns:p14="http://schemas.microsoft.com/office/powerpoint/2010/main" val="34820489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/dev/</a:t>
            </a:r>
            <a:r>
              <a:rPr lang="en-US" altLang="ko-KR" dirty="0" err="1"/>
              <a:t>tty</a:t>
            </a:r>
            <a:r>
              <a:rPr lang="en-US" altLang="ko-KR" dirty="0"/>
              <a:t> = the controlling terminal of the current process.</a:t>
            </a:r>
            <a:endParaRPr lang="ko-KR" altLang="en-US" dirty="0"/>
          </a:p>
        </p:txBody>
      </p:sp>
      <p:sp>
        <p:nvSpPr>
          <p:cNvPr id="4" name="슬라이드 번호 개체 틀 3"/>
          <p:cNvSpPr>
            <a:spLocks noGrp="1"/>
          </p:cNvSpPr>
          <p:nvPr>
            <p:ph type="sldNum" sz="quarter" idx="5"/>
          </p:nvPr>
        </p:nvSpPr>
        <p:spPr/>
        <p:txBody>
          <a:bodyPr/>
          <a:lstStyle/>
          <a:p>
            <a:pPr lvl="0">
              <a:defRPr/>
            </a:pPr>
            <a:fld id="{BDC154FB-B7D0-4F76-BDDE-18AD8868F6C3}" type="slidenum">
              <a:rPr lang="ko-KR" altLang="en-US" smtClean="0"/>
              <a:pPr lvl="0">
                <a:defRPr/>
              </a:pPr>
              <a:t>19</a:t>
            </a:fld>
            <a:endParaRPr lang="ko-KR" altLang="en-US"/>
          </a:p>
        </p:txBody>
      </p:sp>
    </p:spTree>
    <p:extLst>
      <p:ext uri="{BB962C8B-B14F-4D97-AF65-F5344CB8AC3E}">
        <p14:creationId xmlns:p14="http://schemas.microsoft.com/office/powerpoint/2010/main" val="35265666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lvl="0">
              <a:defRPr/>
            </a:pPr>
            <a:fld id="{BDC154FB-B7D0-4F76-BDDE-18AD8868F6C3}" type="slidenum">
              <a:rPr lang="ko-KR" altLang="en-US" smtClean="0"/>
              <a:pPr lvl="0">
                <a:defRPr/>
              </a:pPr>
              <a:t>20</a:t>
            </a:fld>
            <a:endParaRPr lang="ko-KR" altLang="en-US"/>
          </a:p>
        </p:txBody>
      </p:sp>
    </p:spTree>
    <p:extLst>
      <p:ext uri="{BB962C8B-B14F-4D97-AF65-F5344CB8AC3E}">
        <p14:creationId xmlns:p14="http://schemas.microsoft.com/office/powerpoint/2010/main" val="9417250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9374C-B933-5A49-E9BE-B0105611D23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6040FCA-8FF2-24B1-8760-D50E4B38695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C7DA22C-81FC-25BB-816B-6E44CFAAADBC}"/>
              </a:ext>
            </a:extLst>
          </p:cNvPr>
          <p:cNvSpPr>
            <a:spLocks noGrp="1"/>
          </p:cNvSpPr>
          <p:nvPr>
            <p:ph type="body" idx="1"/>
          </p:nvPr>
        </p:nvSpPr>
        <p:spPr/>
        <p:txBody>
          <a:bodyPr/>
          <a:lstStyle/>
          <a:p>
            <a:r>
              <a:rPr lang="en-US" altLang="ko-KR" dirty="0"/>
              <a:t>close the original file descriptor after dup2() because it’s no longer needed</a:t>
            </a:r>
            <a:endParaRPr lang="ko-KR" altLang="en-US" dirty="0"/>
          </a:p>
        </p:txBody>
      </p:sp>
      <p:sp>
        <p:nvSpPr>
          <p:cNvPr id="4" name="슬라이드 번호 개체 틀 3">
            <a:extLst>
              <a:ext uri="{FF2B5EF4-FFF2-40B4-BE49-F238E27FC236}">
                <a16:creationId xmlns:a16="http://schemas.microsoft.com/office/drawing/2014/main" id="{A82769DC-CD44-152F-44DF-8132758918B0}"/>
              </a:ext>
            </a:extLst>
          </p:cNvPr>
          <p:cNvSpPr>
            <a:spLocks noGrp="1"/>
          </p:cNvSpPr>
          <p:nvPr>
            <p:ph type="sldNum" sz="quarter" idx="5"/>
          </p:nvPr>
        </p:nvSpPr>
        <p:spPr/>
        <p:txBody>
          <a:bodyPr/>
          <a:lstStyle/>
          <a:p>
            <a:pPr lvl="0">
              <a:defRPr/>
            </a:pPr>
            <a:fld id="{BDC154FB-B7D0-4F76-BDDE-18AD8868F6C3}" type="slidenum">
              <a:rPr lang="ko-KR" altLang="en-US" smtClean="0"/>
              <a:pPr lvl="0">
                <a:defRPr/>
              </a:pPr>
              <a:t>21</a:t>
            </a:fld>
            <a:endParaRPr lang="ko-KR" altLang="en-US"/>
          </a:p>
        </p:txBody>
      </p:sp>
    </p:spTree>
    <p:extLst>
      <p:ext uri="{BB962C8B-B14F-4D97-AF65-F5344CB8AC3E}">
        <p14:creationId xmlns:p14="http://schemas.microsoft.com/office/powerpoint/2010/main" val="15149986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A43F0-FC1C-3898-6770-B401E981643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40226990-4906-4A2C-F290-B93ABF1888E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1FC908E-CA77-936F-5A51-4F2C0DC8AE3B}"/>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8F18C4B7-B943-0B47-FDD6-6CD327FFCF33}"/>
              </a:ext>
            </a:extLst>
          </p:cNvPr>
          <p:cNvSpPr>
            <a:spLocks noGrp="1"/>
          </p:cNvSpPr>
          <p:nvPr>
            <p:ph type="sldNum" sz="quarter" idx="5"/>
          </p:nvPr>
        </p:nvSpPr>
        <p:spPr/>
        <p:txBody>
          <a:bodyPr/>
          <a:lstStyle/>
          <a:p>
            <a:pPr lvl="0">
              <a:defRPr/>
            </a:pPr>
            <a:fld id="{BDC154FB-B7D0-4F76-BDDE-18AD8868F6C3}" type="slidenum">
              <a:rPr lang="ko-KR" altLang="en-US" smtClean="0"/>
              <a:pPr lvl="0">
                <a:defRPr/>
              </a:pPr>
              <a:t>22</a:t>
            </a:fld>
            <a:endParaRPr lang="ko-KR" altLang="en-US"/>
          </a:p>
        </p:txBody>
      </p:sp>
    </p:spTree>
    <p:extLst>
      <p:ext uri="{BB962C8B-B14F-4D97-AF65-F5344CB8AC3E}">
        <p14:creationId xmlns:p14="http://schemas.microsoft.com/office/powerpoint/2010/main" val="23657721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lvl="0">
              <a:defRPr/>
            </a:pPr>
            <a:fld id="{BDC154FB-B7D0-4F76-BDDE-18AD8868F6C3}" type="slidenum">
              <a:rPr lang="ko-KR" altLang="en-US" smtClean="0"/>
              <a:pPr lvl="0">
                <a:defRPr/>
              </a:pPr>
              <a:t>24</a:t>
            </a:fld>
            <a:endParaRPr lang="ko-KR" altLang="en-US"/>
          </a:p>
        </p:txBody>
      </p:sp>
    </p:spTree>
    <p:extLst>
      <p:ext uri="{BB962C8B-B14F-4D97-AF65-F5344CB8AC3E}">
        <p14:creationId xmlns:p14="http://schemas.microsoft.com/office/powerpoint/2010/main" val="24379680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73545-9C02-ABA9-6359-DBBE9899826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2592B25-2124-56A8-FA88-200D166B8D0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6401703-3987-291C-9D4D-9FF517185B99}"/>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FE97ADB8-3C38-C525-CC11-EB836FD28C83}"/>
              </a:ext>
            </a:extLst>
          </p:cNvPr>
          <p:cNvSpPr>
            <a:spLocks noGrp="1"/>
          </p:cNvSpPr>
          <p:nvPr>
            <p:ph type="sldNum" sz="quarter" idx="5"/>
          </p:nvPr>
        </p:nvSpPr>
        <p:spPr/>
        <p:txBody>
          <a:bodyPr/>
          <a:lstStyle/>
          <a:p>
            <a:pPr lvl="0">
              <a:defRPr/>
            </a:pPr>
            <a:fld id="{BDC154FB-B7D0-4F76-BDDE-18AD8868F6C3}" type="slidenum">
              <a:rPr lang="ko-KR" altLang="en-US" smtClean="0"/>
              <a:pPr lvl="0">
                <a:defRPr/>
              </a:pPr>
              <a:t>25</a:t>
            </a:fld>
            <a:endParaRPr lang="ko-KR" altLang="en-US"/>
          </a:p>
        </p:txBody>
      </p:sp>
    </p:spTree>
    <p:extLst>
      <p:ext uri="{BB962C8B-B14F-4D97-AF65-F5344CB8AC3E}">
        <p14:creationId xmlns:p14="http://schemas.microsoft.com/office/powerpoint/2010/main" val="41005240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altLang="ko-KR" dirty="0"/>
          </a:p>
        </p:txBody>
      </p:sp>
      <p:sp>
        <p:nvSpPr>
          <p:cNvPr id="4" name="슬라이드 번호 개체 틀 3"/>
          <p:cNvSpPr>
            <a:spLocks noGrp="1"/>
          </p:cNvSpPr>
          <p:nvPr>
            <p:ph type="sldNum" sz="quarter" idx="5"/>
          </p:nvPr>
        </p:nvSpPr>
        <p:spPr/>
        <p:txBody>
          <a:bodyPr/>
          <a:lstStyle/>
          <a:p>
            <a:pPr lvl="0">
              <a:defRPr/>
            </a:pPr>
            <a:fld id="{BDC154FB-B7D0-4F76-BDDE-18AD8868F6C3}" type="slidenum">
              <a:rPr lang="ko-KR" altLang="en-US" smtClean="0"/>
              <a:pPr lvl="0">
                <a:defRPr/>
              </a:pPr>
              <a:t>27</a:t>
            </a:fld>
            <a:endParaRPr lang="ko-KR" altLang="en-US"/>
          </a:p>
        </p:txBody>
      </p:sp>
    </p:spTree>
    <p:extLst>
      <p:ext uri="{BB962C8B-B14F-4D97-AF65-F5344CB8AC3E}">
        <p14:creationId xmlns:p14="http://schemas.microsoft.com/office/powerpoint/2010/main" val="509382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lvl="0">
              <a:defRPr/>
            </a:pPr>
            <a:fld id="{BDC154FB-B7D0-4F76-BDDE-18AD8868F6C3}" type="slidenum">
              <a:rPr lang="ko-KR" altLang="en-US" smtClean="0"/>
              <a:pPr lvl="0">
                <a:defRPr/>
              </a:pPr>
              <a:t>28</a:t>
            </a:fld>
            <a:endParaRPr lang="ko-KR" altLang="en-US"/>
          </a:p>
        </p:txBody>
      </p:sp>
    </p:spTree>
    <p:extLst>
      <p:ext uri="{BB962C8B-B14F-4D97-AF65-F5344CB8AC3E}">
        <p14:creationId xmlns:p14="http://schemas.microsoft.com/office/powerpoint/2010/main" val="37078168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8AB4C-3608-5186-BEBD-D9C099587388}"/>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157ED8E-E4EE-3BF3-8A44-AFB36493F2E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C508218-6522-79E0-C2DF-E6980886F598}"/>
              </a:ext>
            </a:extLst>
          </p:cNvPr>
          <p:cNvSpPr>
            <a:spLocks noGrp="1"/>
          </p:cNvSpPr>
          <p:nvPr>
            <p:ph type="body" idx="1"/>
          </p:nvPr>
        </p:nvSpPr>
        <p:spPr/>
        <p:txBody>
          <a:bodyPr/>
          <a:lstStyle/>
          <a:p>
            <a:r>
              <a:rPr lang="en-US" altLang="ko-KR" dirty="0"/>
              <a:t>When pipe(</a:t>
            </a:r>
            <a:r>
              <a:rPr lang="en-US" altLang="ko-KR" dirty="0" err="1"/>
              <a:t>fd</a:t>
            </a:r>
            <a:r>
              <a:rPr lang="en-US" altLang="ko-KR" dirty="0"/>
              <a:t>) is called, kernel creates single pipe buffer. </a:t>
            </a:r>
          </a:p>
          <a:p>
            <a:endParaRPr lang="en-US" altLang="ko-KR" dirty="0"/>
          </a:p>
          <a:p>
            <a:r>
              <a:rPr lang="en-US" altLang="ko-KR" dirty="0"/>
              <a:t>This diagram shows a unidirectional pipe between two processes.</a:t>
            </a:r>
            <a:br>
              <a:rPr lang="en-US" altLang="ko-KR" dirty="0"/>
            </a:br>
            <a:r>
              <a:rPr lang="en-US" altLang="ko-KR" dirty="0"/>
              <a:t>The writer process keeps the write end (</a:t>
            </a:r>
            <a:r>
              <a:rPr lang="en-US" altLang="ko-KR" dirty="0" err="1"/>
              <a:t>fd</a:t>
            </a:r>
            <a:r>
              <a:rPr lang="en-US" altLang="ko-KR" dirty="0"/>
              <a:t>[1]) open and closes the read end,</a:t>
            </a:r>
            <a:br>
              <a:rPr lang="en-US" altLang="ko-KR" dirty="0"/>
            </a:br>
            <a:r>
              <a:rPr lang="en-US" altLang="ko-KR" dirty="0"/>
              <a:t>while the reader process keeps the read end (</a:t>
            </a:r>
            <a:r>
              <a:rPr lang="en-US" altLang="ko-KR" dirty="0" err="1"/>
              <a:t>fd</a:t>
            </a:r>
            <a:r>
              <a:rPr lang="en-US" altLang="ko-KR" dirty="0"/>
              <a:t>[0]) open and closes the write end.</a:t>
            </a:r>
          </a:p>
          <a:p>
            <a:r>
              <a:rPr lang="en-US" altLang="ko-KR" dirty="0"/>
              <a:t>By doing so, it enabled one-way communication through the shared pipe buffer in the kernel.</a:t>
            </a:r>
          </a:p>
        </p:txBody>
      </p:sp>
      <p:sp>
        <p:nvSpPr>
          <p:cNvPr id="4" name="슬라이드 번호 개체 틀 3">
            <a:extLst>
              <a:ext uri="{FF2B5EF4-FFF2-40B4-BE49-F238E27FC236}">
                <a16:creationId xmlns:a16="http://schemas.microsoft.com/office/drawing/2014/main" id="{E34411DD-75E9-CF74-4BDF-31FC1699B2EC}"/>
              </a:ext>
            </a:extLst>
          </p:cNvPr>
          <p:cNvSpPr>
            <a:spLocks noGrp="1"/>
          </p:cNvSpPr>
          <p:nvPr>
            <p:ph type="sldNum" sz="quarter" idx="5"/>
          </p:nvPr>
        </p:nvSpPr>
        <p:spPr/>
        <p:txBody>
          <a:bodyPr/>
          <a:lstStyle/>
          <a:p>
            <a:pPr lvl="0">
              <a:defRPr/>
            </a:pPr>
            <a:fld id="{BDC154FB-B7D0-4F76-BDDE-18AD8868F6C3}" type="slidenum">
              <a:rPr lang="ko-KR" altLang="en-US" smtClean="0"/>
              <a:pPr lvl="0">
                <a:defRPr/>
              </a:pPr>
              <a:t>29</a:t>
            </a:fld>
            <a:endParaRPr lang="ko-KR" altLang="en-US"/>
          </a:p>
        </p:txBody>
      </p:sp>
    </p:spTree>
    <p:extLst>
      <p:ext uri="{BB962C8B-B14F-4D97-AF65-F5344CB8AC3E}">
        <p14:creationId xmlns:p14="http://schemas.microsoft.com/office/powerpoint/2010/main" val="13915791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D8F28-63BC-684A-F642-AE1B8398E0A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298161E-ED8C-5808-41FF-1D16E67AFB4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7E00464E-9398-A18F-619C-4BC83D7FEF5C}"/>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DD002EE5-1344-9505-099F-C37DE90CE817}"/>
              </a:ext>
            </a:extLst>
          </p:cNvPr>
          <p:cNvSpPr>
            <a:spLocks noGrp="1"/>
          </p:cNvSpPr>
          <p:nvPr>
            <p:ph type="sldNum" sz="quarter" idx="5"/>
          </p:nvPr>
        </p:nvSpPr>
        <p:spPr/>
        <p:txBody>
          <a:bodyPr/>
          <a:lstStyle/>
          <a:p>
            <a:pPr lvl="0">
              <a:defRPr/>
            </a:pPr>
            <a:fld id="{BDC154FB-B7D0-4F76-BDDE-18AD8868F6C3}" type="slidenum">
              <a:rPr lang="ko-KR" altLang="en-US" smtClean="0"/>
              <a:pPr lvl="0">
                <a:defRPr/>
              </a:pPr>
              <a:t>30</a:t>
            </a:fld>
            <a:endParaRPr lang="ko-KR" altLang="en-US"/>
          </a:p>
        </p:txBody>
      </p:sp>
    </p:spTree>
    <p:extLst>
      <p:ext uri="{BB962C8B-B14F-4D97-AF65-F5344CB8AC3E}">
        <p14:creationId xmlns:p14="http://schemas.microsoft.com/office/powerpoint/2010/main" val="28738904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lvl="0">
              <a:defRPr/>
            </a:pPr>
            <a:fld id="{BDC154FB-B7D0-4F76-BDDE-18AD8868F6C3}" type="slidenum">
              <a:rPr lang="ko-KR" altLang="en-US" smtClean="0"/>
              <a:pPr lvl="0">
                <a:defRPr/>
              </a:pPr>
              <a:t>31</a:t>
            </a:fld>
            <a:endParaRPr lang="ko-KR" altLang="en-US"/>
          </a:p>
        </p:txBody>
      </p:sp>
    </p:spTree>
    <p:extLst>
      <p:ext uri="{BB962C8B-B14F-4D97-AF65-F5344CB8AC3E}">
        <p14:creationId xmlns:p14="http://schemas.microsoft.com/office/powerpoint/2010/main" val="252105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90B01-3D9A-D59B-12CF-6BC9A7B166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8BFCDB2-8811-9AAA-299D-90389A3B4D3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03F9843-EEAF-CE70-63C4-D58049906854}"/>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6E2BF311-A80D-E7FD-D91E-B8E444DF4061}"/>
              </a:ext>
            </a:extLst>
          </p:cNvPr>
          <p:cNvSpPr>
            <a:spLocks noGrp="1"/>
          </p:cNvSpPr>
          <p:nvPr>
            <p:ph type="sldNum" sz="quarter" idx="5"/>
          </p:nvPr>
        </p:nvSpPr>
        <p:spPr/>
        <p:txBody>
          <a:bodyPr/>
          <a:lstStyle/>
          <a:p>
            <a:pPr lvl="0">
              <a:defRPr/>
            </a:pPr>
            <a:fld id="{BDC154FB-B7D0-4F76-BDDE-18AD8868F6C3}" type="slidenum">
              <a:rPr lang="ko-KR" altLang="en-US" smtClean="0"/>
              <a:pPr lvl="0">
                <a:defRPr/>
              </a:pPr>
              <a:t>33</a:t>
            </a:fld>
            <a:endParaRPr lang="ko-KR" altLang="en-US"/>
          </a:p>
        </p:txBody>
      </p:sp>
    </p:spTree>
    <p:extLst>
      <p:ext uri="{BB962C8B-B14F-4D97-AF65-F5344CB8AC3E}">
        <p14:creationId xmlns:p14="http://schemas.microsoft.com/office/powerpoint/2010/main" val="41693168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28D2C-116E-B5DF-68A0-A9614E892DA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C22E534-ACBC-111F-5DCB-9D3F95ECCF4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71060750-A43C-63EF-0ED2-F272E172A69B}"/>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CB00DF22-4309-1A83-78F2-0CEA585A042C}"/>
              </a:ext>
            </a:extLst>
          </p:cNvPr>
          <p:cNvSpPr>
            <a:spLocks noGrp="1"/>
          </p:cNvSpPr>
          <p:nvPr>
            <p:ph type="sldNum" sz="quarter" idx="5"/>
          </p:nvPr>
        </p:nvSpPr>
        <p:spPr/>
        <p:txBody>
          <a:bodyPr/>
          <a:lstStyle/>
          <a:p>
            <a:pPr lvl="0">
              <a:defRPr/>
            </a:pPr>
            <a:fld id="{BDC154FB-B7D0-4F76-BDDE-18AD8868F6C3}" type="slidenum">
              <a:rPr lang="ko-KR" altLang="en-US" smtClean="0"/>
              <a:pPr lvl="0">
                <a:defRPr/>
              </a:pPr>
              <a:t>34</a:t>
            </a:fld>
            <a:endParaRPr lang="ko-KR" altLang="en-US"/>
          </a:p>
        </p:txBody>
      </p:sp>
    </p:spTree>
    <p:extLst>
      <p:ext uri="{BB962C8B-B14F-4D97-AF65-F5344CB8AC3E}">
        <p14:creationId xmlns:p14="http://schemas.microsoft.com/office/powerpoint/2010/main" val="37923884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35AEC-0E2F-4650-4282-7C808B1D442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B2CBC20-4006-6C38-729B-2A1D70EBA4D9}"/>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71E2911-4FF1-EE51-90BA-CED21558BC3D}"/>
              </a:ext>
            </a:extLst>
          </p:cNvPr>
          <p:cNvSpPr>
            <a:spLocks noGrp="1"/>
          </p:cNvSpPr>
          <p:nvPr>
            <p:ph type="body" idx="1"/>
          </p:nvPr>
        </p:nvSpPr>
        <p:spPr/>
        <p:txBody>
          <a:bodyPr/>
          <a:lstStyle/>
          <a:p>
            <a:r>
              <a:rPr lang="en-US" altLang="ko-KR" dirty="0"/>
              <a:t>From the perspective of job control, synchronization between the parent (shell) and child processes is required to ensure proper process group and terminal control setup. The shell must wait until the child has created its own process group with </a:t>
            </a:r>
            <a:r>
              <a:rPr lang="en-US" altLang="ko-KR" dirty="0" err="1"/>
              <a:t>setpgid</a:t>
            </a:r>
            <a:r>
              <a:rPr lang="en-US" altLang="ko-KR" dirty="0"/>
              <a:t>() before calling </a:t>
            </a:r>
            <a:r>
              <a:rPr lang="en-US" altLang="ko-KR" dirty="0" err="1"/>
              <a:t>tcsetpgrp</a:t>
            </a:r>
            <a:r>
              <a:rPr lang="en-US" altLang="ko-KR" dirty="0"/>
              <a:t>() to transfer terminal control. Without this synchronization, the shell could attempt to give terminal control to a process group that hasn’t been established yet, leading to race conditions and incorrect signal handling.”</a:t>
            </a:r>
            <a:endParaRPr lang="ko-KR" altLang="en-US" dirty="0"/>
          </a:p>
        </p:txBody>
      </p:sp>
      <p:sp>
        <p:nvSpPr>
          <p:cNvPr id="4" name="슬라이드 번호 개체 틀 3">
            <a:extLst>
              <a:ext uri="{FF2B5EF4-FFF2-40B4-BE49-F238E27FC236}">
                <a16:creationId xmlns:a16="http://schemas.microsoft.com/office/drawing/2014/main" id="{03440B42-05FE-E14B-2413-846FE226A288}"/>
              </a:ext>
            </a:extLst>
          </p:cNvPr>
          <p:cNvSpPr>
            <a:spLocks noGrp="1"/>
          </p:cNvSpPr>
          <p:nvPr>
            <p:ph type="sldNum" sz="quarter" idx="5"/>
          </p:nvPr>
        </p:nvSpPr>
        <p:spPr/>
        <p:txBody>
          <a:bodyPr/>
          <a:lstStyle/>
          <a:p>
            <a:pPr lvl="0">
              <a:defRPr/>
            </a:pPr>
            <a:fld id="{BDC154FB-B7D0-4F76-BDDE-18AD8868F6C3}" type="slidenum">
              <a:rPr lang="ko-KR" altLang="en-US" smtClean="0"/>
              <a:pPr lvl="0">
                <a:defRPr/>
              </a:pPr>
              <a:t>36</a:t>
            </a:fld>
            <a:endParaRPr lang="ko-KR" altLang="en-US"/>
          </a:p>
        </p:txBody>
      </p:sp>
    </p:spTree>
    <p:extLst>
      <p:ext uri="{BB962C8B-B14F-4D97-AF65-F5344CB8AC3E}">
        <p14:creationId xmlns:p14="http://schemas.microsoft.com/office/powerpoint/2010/main" val="4057691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lvl="0">
              <a:defRPr/>
            </a:pPr>
            <a:fld id="{BDC154FB-B7D0-4F76-BDDE-18AD8868F6C3}" type="slidenum">
              <a:rPr lang="ko-KR" altLang="en-US" smtClean="0"/>
              <a:pPr lvl="0">
                <a:defRPr/>
              </a:pPr>
              <a:t>39</a:t>
            </a:fld>
            <a:endParaRPr lang="ko-KR" altLang="en-US"/>
          </a:p>
        </p:txBody>
      </p:sp>
    </p:spTree>
    <p:extLst>
      <p:ext uri="{BB962C8B-B14F-4D97-AF65-F5344CB8AC3E}">
        <p14:creationId xmlns:p14="http://schemas.microsoft.com/office/powerpoint/2010/main" val="19759438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2376D-CD64-716D-BB3F-0B8B8D635D1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E26439F-79C5-130F-4847-6886D7A306E8}"/>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7D6AA3C-0953-98EA-6B2A-220D16C64D42}"/>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923944C5-3A0C-5227-259E-25EF5849E2C6}"/>
              </a:ext>
            </a:extLst>
          </p:cNvPr>
          <p:cNvSpPr>
            <a:spLocks noGrp="1"/>
          </p:cNvSpPr>
          <p:nvPr>
            <p:ph type="sldNum" sz="quarter" idx="5"/>
          </p:nvPr>
        </p:nvSpPr>
        <p:spPr/>
        <p:txBody>
          <a:bodyPr/>
          <a:lstStyle/>
          <a:p>
            <a:pPr lvl="0">
              <a:defRPr/>
            </a:pPr>
            <a:fld id="{BDC154FB-B7D0-4F76-BDDE-18AD8868F6C3}" type="slidenum">
              <a:rPr lang="ko-KR" altLang="en-US" smtClean="0"/>
              <a:pPr lvl="0">
                <a:defRPr/>
              </a:pPr>
              <a:t>41</a:t>
            </a:fld>
            <a:endParaRPr lang="ko-KR" altLang="en-US"/>
          </a:p>
        </p:txBody>
      </p:sp>
    </p:spTree>
    <p:extLst>
      <p:ext uri="{BB962C8B-B14F-4D97-AF65-F5344CB8AC3E}">
        <p14:creationId xmlns:p14="http://schemas.microsoft.com/office/powerpoint/2010/main" val="30027358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12FD0-B0E7-6011-4ABD-F48CC66DDB7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730AF4D-4D9B-4123-319B-68F1ADA5AAF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D717A9C-8B28-359B-E16E-9FE5E7A4FF6A}"/>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56D32408-9DB4-32A4-C8D2-07FBF938EC36}"/>
              </a:ext>
            </a:extLst>
          </p:cNvPr>
          <p:cNvSpPr>
            <a:spLocks noGrp="1"/>
          </p:cNvSpPr>
          <p:nvPr>
            <p:ph type="sldNum" sz="quarter" idx="5"/>
          </p:nvPr>
        </p:nvSpPr>
        <p:spPr/>
        <p:txBody>
          <a:bodyPr/>
          <a:lstStyle/>
          <a:p>
            <a:pPr lvl="0">
              <a:defRPr/>
            </a:pPr>
            <a:fld id="{BDC154FB-B7D0-4F76-BDDE-18AD8868F6C3}" type="slidenum">
              <a:rPr lang="ko-KR" altLang="en-US" smtClean="0"/>
              <a:pPr lvl="0">
                <a:defRPr/>
              </a:pPr>
              <a:t>42</a:t>
            </a:fld>
            <a:endParaRPr lang="ko-KR" altLang="en-US"/>
          </a:p>
        </p:txBody>
      </p:sp>
    </p:spTree>
    <p:extLst>
      <p:ext uri="{BB962C8B-B14F-4D97-AF65-F5344CB8AC3E}">
        <p14:creationId xmlns:p14="http://schemas.microsoft.com/office/powerpoint/2010/main" val="29221720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1914C-3162-3DF9-5B87-08574C38C3C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E77205E-B2EE-7D96-8289-0C7DC389ED89}"/>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CA9A490-F044-313B-471F-7C4BF2E71047}"/>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0B459F43-1E7C-2B8B-87CB-FE7FF776BD27}"/>
              </a:ext>
            </a:extLst>
          </p:cNvPr>
          <p:cNvSpPr>
            <a:spLocks noGrp="1"/>
          </p:cNvSpPr>
          <p:nvPr>
            <p:ph type="sldNum" sz="quarter" idx="5"/>
          </p:nvPr>
        </p:nvSpPr>
        <p:spPr/>
        <p:txBody>
          <a:bodyPr/>
          <a:lstStyle/>
          <a:p>
            <a:pPr lvl="0">
              <a:defRPr/>
            </a:pPr>
            <a:fld id="{BDC154FB-B7D0-4F76-BDDE-18AD8868F6C3}" type="slidenum">
              <a:rPr lang="ko-KR" altLang="en-US" smtClean="0"/>
              <a:pPr lvl="0">
                <a:defRPr/>
              </a:pPr>
              <a:t>44</a:t>
            </a:fld>
            <a:endParaRPr lang="ko-KR" altLang="en-US"/>
          </a:p>
        </p:txBody>
      </p:sp>
    </p:spTree>
    <p:extLst>
      <p:ext uri="{BB962C8B-B14F-4D97-AF65-F5344CB8AC3E}">
        <p14:creationId xmlns:p14="http://schemas.microsoft.com/office/powerpoint/2010/main" val="4790598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E7C5A-78DF-8F83-2F5F-F798D613BC3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97D0585D-2F6F-5502-8C60-4E284686CAB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80ED56E-3A29-C29D-C195-4C0689664CB7}"/>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CAAAD235-1316-B444-2CBB-3F19DCEABC7E}"/>
              </a:ext>
            </a:extLst>
          </p:cNvPr>
          <p:cNvSpPr>
            <a:spLocks noGrp="1"/>
          </p:cNvSpPr>
          <p:nvPr>
            <p:ph type="sldNum" sz="quarter" idx="5"/>
          </p:nvPr>
        </p:nvSpPr>
        <p:spPr/>
        <p:txBody>
          <a:bodyPr/>
          <a:lstStyle/>
          <a:p>
            <a:pPr lvl="0">
              <a:defRPr/>
            </a:pPr>
            <a:fld id="{BDC154FB-B7D0-4F76-BDDE-18AD8868F6C3}" type="slidenum">
              <a:rPr lang="ko-KR" altLang="en-US" smtClean="0"/>
              <a:pPr lvl="0">
                <a:defRPr/>
              </a:pPr>
              <a:t>45</a:t>
            </a:fld>
            <a:endParaRPr lang="ko-KR" altLang="en-US"/>
          </a:p>
        </p:txBody>
      </p:sp>
    </p:spTree>
    <p:extLst>
      <p:ext uri="{BB962C8B-B14F-4D97-AF65-F5344CB8AC3E}">
        <p14:creationId xmlns:p14="http://schemas.microsoft.com/office/powerpoint/2010/main" val="19941823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lvl="0">
              <a:defRPr/>
            </a:pPr>
            <a:fld id="{BDC154FB-B7D0-4F76-BDDE-18AD8868F6C3}" type="slidenum">
              <a:rPr lang="ko-KR" altLang="en-US" smtClean="0"/>
              <a:pPr lvl="0">
                <a:defRPr/>
              </a:pPr>
              <a:t>46</a:t>
            </a:fld>
            <a:endParaRPr lang="ko-KR" altLang="en-US"/>
          </a:p>
        </p:txBody>
      </p:sp>
    </p:spTree>
    <p:extLst>
      <p:ext uri="{BB962C8B-B14F-4D97-AF65-F5344CB8AC3E}">
        <p14:creationId xmlns:p14="http://schemas.microsoft.com/office/powerpoint/2010/main" val="9247595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lvl="0">
              <a:defRPr/>
            </a:pPr>
            <a:fld id="{BDC154FB-B7D0-4F76-BDDE-18AD8868F6C3}" type="slidenum">
              <a:rPr lang="ko-KR" altLang="en-US" smtClean="0"/>
              <a:pPr lvl="0">
                <a:defRPr/>
              </a:pPr>
              <a:t>47</a:t>
            </a:fld>
            <a:endParaRPr lang="ko-KR" altLang="en-US"/>
          </a:p>
        </p:txBody>
      </p:sp>
    </p:spTree>
    <p:extLst>
      <p:ext uri="{BB962C8B-B14F-4D97-AF65-F5344CB8AC3E}">
        <p14:creationId xmlns:p14="http://schemas.microsoft.com/office/powerpoint/2010/main" val="37234771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Single built-in/external test</a:t>
            </a:r>
          </a:p>
          <a:p>
            <a:r>
              <a:rPr lang="en-US" altLang="ko-KR" dirty="0"/>
              <a:t>Redirection test</a:t>
            </a:r>
          </a:p>
          <a:p>
            <a:r>
              <a:rPr lang="en-US" altLang="ko-KR" dirty="0"/>
              <a:t>Pipe test</a:t>
            </a:r>
          </a:p>
          <a:p>
            <a:r>
              <a:rPr lang="en-US" altLang="ko-KR" dirty="0"/>
              <a:t>Interrupt test</a:t>
            </a:r>
          </a:p>
          <a:p>
            <a:r>
              <a:rPr lang="en-US" altLang="ko-KR" dirty="0"/>
              <a:t>Mixed test of above</a:t>
            </a:r>
          </a:p>
          <a:p>
            <a:r>
              <a:rPr lang="en-US" altLang="ko-KR" dirty="0"/>
              <a:t>Background</a:t>
            </a:r>
          </a:p>
          <a:p>
            <a:endParaRPr lang="ko-KR" altLang="en-US" dirty="0"/>
          </a:p>
        </p:txBody>
      </p:sp>
      <p:sp>
        <p:nvSpPr>
          <p:cNvPr id="4" name="슬라이드 번호 개체 틀 3"/>
          <p:cNvSpPr>
            <a:spLocks noGrp="1"/>
          </p:cNvSpPr>
          <p:nvPr>
            <p:ph type="sldNum" sz="quarter" idx="5"/>
          </p:nvPr>
        </p:nvSpPr>
        <p:spPr/>
        <p:txBody>
          <a:bodyPr/>
          <a:lstStyle/>
          <a:p>
            <a:pPr lvl="0">
              <a:defRPr/>
            </a:pPr>
            <a:fld id="{BDC154FB-B7D0-4F76-BDDE-18AD8868F6C3}" type="slidenum">
              <a:rPr lang="ko-KR" altLang="en-US" smtClean="0"/>
              <a:pPr lvl="0">
                <a:defRPr/>
              </a:pPr>
              <a:t>48</a:t>
            </a:fld>
            <a:endParaRPr lang="ko-KR" altLang="en-US"/>
          </a:p>
        </p:txBody>
      </p:sp>
    </p:spTree>
    <p:extLst>
      <p:ext uri="{BB962C8B-B14F-4D97-AF65-F5344CB8AC3E}">
        <p14:creationId xmlns:p14="http://schemas.microsoft.com/office/powerpoint/2010/main" val="37965813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lvl="0">
              <a:defRPr/>
            </a:pPr>
            <a:fld id="{BDC154FB-B7D0-4F76-BDDE-18AD8868F6C3}" type="slidenum">
              <a:rPr lang="ko-KR" altLang="en-US" smtClean="0"/>
              <a:pPr lvl="0">
                <a:defRPr/>
              </a:pPr>
              <a:t>51</a:t>
            </a:fld>
            <a:endParaRPr lang="ko-KR" altLang="en-US"/>
          </a:p>
        </p:txBody>
      </p:sp>
    </p:spTree>
    <p:extLst>
      <p:ext uri="{BB962C8B-B14F-4D97-AF65-F5344CB8AC3E}">
        <p14:creationId xmlns:p14="http://schemas.microsoft.com/office/powerpoint/2010/main" val="410633513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0950F-085F-7A8A-BE6B-9CBBAB4EF99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4A20FDC-9F05-AAE0-E6EB-95EE6941DF29}"/>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735B7A3-FBEC-D46F-3B4C-646EF0609D82}"/>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C783906E-09B1-D054-0EA3-465BDBD4F2D0}"/>
              </a:ext>
            </a:extLst>
          </p:cNvPr>
          <p:cNvSpPr>
            <a:spLocks noGrp="1"/>
          </p:cNvSpPr>
          <p:nvPr>
            <p:ph type="sldNum" sz="quarter" idx="5"/>
          </p:nvPr>
        </p:nvSpPr>
        <p:spPr/>
        <p:txBody>
          <a:bodyPr/>
          <a:lstStyle/>
          <a:p>
            <a:pPr lvl="0">
              <a:defRPr/>
            </a:pPr>
            <a:fld id="{BDC154FB-B7D0-4F76-BDDE-18AD8868F6C3}" type="slidenum">
              <a:rPr lang="ko-KR" altLang="en-US" smtClean="0"/>
              <a:pPr lvl="0">
                <a:defRPr/>
              </a:pPr>
              <a:t>52</a:t>
            </a:fld>
            <a:endParaRPr lang="ko-KR" altLang="en-US"/>
          </a:p>
        </p:txBody>
      </p:sp>
    </p:spTree>
    <p:extLst>
      <p:ext uri="{BB962C8B-B14F-4D97-AF65-F5344CB8AC3E}">
        <p14:creationId xmlns:p14="http://schemas.microsoft.com/office/powerpoint/2010/main" val="40085214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DBA512A-69A6-4B6F-8AAB-BBC9E3F81A2D}"/>
              </a:ext>
            </a:extLst>
          </p:cNvPr>
          <p:cNvSpPr>
            <a:spLocks noGrp="1"/>
          </p:cNvSpPr>
          <p:nvPr>
            <p:ph type="ctrTitle"/>
          </p:nvPr>
        </p:nvSpPr>
        <p:spPr>
          <a:xfrm>
            <a:off x="1524000" y="1122363"/>
            <a:ext cx="9144000" cy="2387600"/>
          </a:xfrm>
        </p:spPr>
        <p:txBody>
          <a:bodyPr anchor="b"/>
          <a:lstStyle>
            <a:lvl1pPr algn="ctr">
              <a:defRPr sz="6000" baseline="0">
                <a:latin typeface="Bahnschrift" panose="020B0502040204020203" pitchFamily="34" charset="0"/>
                <a:ea typeface="나눔바른고딕" panose="020B0603020101020101"/>
              </a:defRPr>
            </a:lvl1pPr>
          </a:lstStyle>
          <a:p>
            <a:r>
              <a:rPr lang="ko-KR" altLang="en-US" dirty="0"/>
              <a:t>마스터 제목 스타일 편집</a:t>
            </a:r>
          </a:p>
        </p:txBody>
      </p:sp>
      <p:sp>
        <p:nvSpPr>
          <p:cNvPr id="3" name="부제목 2">
            <a:extLst>
              <a:ext uri="{FF2B5EF4-FFF2-40B4-BE49-F238E27FC236}">
                <a16:creationId xmlns:a16="http://schemas.microsoft.com/office/drawing/2014/main" id="{C4E287C8-CB7D-4124-B935-6DFACC3FF435}"/>
              </a:ext>
            </a:extLst>
          </p:cNvPr>
          <p:cNvSpPr>
            <a:spLocks noGrp="1"/>
          </p:cNvSpPr>
          <p:nvPr>
            <p:ph type="subTitle" idx="1"/>
          </p:nvPr>
        </p:nvSpPr>
        <p:spPr>
          <a:xfrm>
            <a:off x="1524000" y="4083304"/>
            <a:ext cx="9144000" cy="1655762"/>
          </a:xfrm>
        </p:spPr>
        <p:txBody>
          <a:bodyPr/>
          <a:lstStyle>
            <a:lvl1pPr marL="0" indent="0" algn="ctr">
              <a:buNone/>
              <a:defRPr sz="2400" baseline="0">
                <a:latin typeface="Bahnschrift Light" panose="020B0502040204020203" pitchFamily="34" charset="0"/>
                <a:ea typeface="나눔바른고딕 Light" panose="020B0603020101020101"/>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ko-KR" altLang="en-US" dirty="0"/>
          </a:p>
        </p:txBody>
      </p:sp>
      <p:sp>
        <p:nvSpPr>
          <p:cNvPr id="5" name="바닥글 개체 틀 4">
            <a:extLst>
              <a:ext uri="{FF2B5EF4-FFF2-40B4-BE49-F238E27FC236}">
                <a16:creationId xmlns:a16="http://schemas.microsoft.com/office/drawing/2014/main" id="{AA378188-48EC-4439-823E-ADEBB7EC79A8}"/>
              </a:ext>
            </a:extLst>
          </p:cNvPr>
          <p:cNvSpPr>
            <a:spLocks noGrp="1"/>
          </p:cNvSpPr>
          <p:nvPr>
            <p:ph type="ftr" sz="quarter" idx="11"/>
          </p:nvPr>
        </p:nvSpPr>
        <p:spPr>
          <a:xfrm>
            <a:off x="4038600" y="6356350"/>
            <a:ext cx="4114800" cy="365125"/>
          </a:xfrm>
          <a:prstGeom prst="rect">
            <a:avLst/>
          </a:prstGeom>
        </p:spPr>
        <p:txBody>
          <a:bodyPr/>
          <a:lstStyle/>
          <a:p>
            <a:endParaRPr lang="ko-KR" altLang="en-US" dirty="0"/>
          </a:p>
        </p:txBody>
      </p:sp>
    </p:spTree>
    <p:extLst>
      <p:ext uri="{BB962C8B-B14F-4D97-AF65-F5344CB8AC3E}">
        <p14:creationId xmlns:p14="http://schemas.microsoft.com/office/powerpoint/2010/main" val="3200168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표지">
    <p:spTree>
      <p:nvGrpSpPr>
        <p:cNvPr id="1" name=""/>
        <p:cNvGrpSpPr/>
        <p:nvPr/>
      </p:nvGrpSpPr>
      <p:grpSpPr>
        <a:xfrm>
          <a:off x="0" y="0"/>
          <a:ext cx="0" cy="0"/>
          <a:chOff x="0" y="0"/>
          <a:chExt cx="0" cy="0"/>
        </a:xfrm>
      </p:grpSpPr>
      <p:sp>
        <p:nvSpPr>
          <p:cNvPr id="6" name="슬라이드 번호 개체 틀 5">
            <a:extLst>
              <a:ext uri="{FF2B5EF4-FFF2-40B4-BE49-F238E27FC236}">
                <a16:creationId xmlns:a16="http://schemas.microsoft.com/office/drawing/2014/main" id="{D9E9B277-E6D2-4E96-8113-BC37E48E121A}"/>
              </a:ext>
            </a:extLst>
          </p:cNvPr>
          <p:cNvSpPr>
            <a:spLocks noGrp="1"/>
          </p:cNvSpPr>
          <p:nvPr>
            <p:ph type="sldNum" sz="quarter" idx="12"/>
          </p:nvPr>
        </p:nvSpPr>
        <p:spPr>
          <a:xfrm>
            <a:off x="4724400" y="6319408"/>
            <a:ext cx="2743200" cy="365125"/>
          </a:xfrm>
          <a:prstGeom prst="rect">
            <a:avLst/>
          </a:prstGeom>
        </p:spPr>
        <p:txBody>
          <a:bodyPr/>
          <a:lstStyle>
            <a:lvl1pPr algn="ctr">
              <a:defRPr sz="1200">
                <a:latin typeface="+mj-ea"/>
                <a:ea typeface="+mj-ea"/>
              </a:defRPr>
            </a:lvl1pPr>
          </a:lstStyle>
          <a:p>
            <a:r>
              <a:rPr lang="en-US" altLang="ko-KR" dirty="0"/>
              <a:t>-</a:t>
            </a:r>
            <a:fld id="{3D16D23B-24D6-455E-BBD7-6975BEA16FD4}" type="slidenum">
              <a:rPr lang="ko-KR" altLang="en-US" smtClean="0"/>
              <a:pPr/>
              <a:t>‹#›</a:t>
            </a:fld>
            <a:r>
              <a:rPr lang="en-US" altLang="ko-KR" dirty="0"/>
              <a:t>-</a:t>
            </a:r>
            <a:endParaRPr lang="ko-KR" altLang="en-US" dirty="0"/>
          </a:p>
        </p:txBody>
      </p:sp>
      <p:sp>
        <p:nvSpPr>
          <p:cNvPr id="3" name="제목 3">
            <a:extLst>
              <a:ext uri="{FF2B5EF4-FFF2-40B4-BE49-F238E27FC236}">
                <a16:creationId xmlns:a16="http://schemas.microsoft.com/office/drawing/2014/main" id="{C24D4D0E-B991-487F-B051-7F83A85C840C}"/>
              </a:ext>
            </a:extLst>
          </p:cNvPr>
          <p:cNvSpPr>
            <a:spLocks noGrp="1"/>
          </p:cNvSpPr>
          <p:nvPr>
            <p:ph type="title"/>
          </p:nvPr>
        </p:nvSpPr>
        <p:spPr>
          <a:xfrm>
            <a:off x="350981" y="173474"/>
            <a:ext cx="11369963" cy="573577"/>
          </a:xfrm>
          <a:prstGeom prst="rect">
            <a:avLst/>
          </a:prstGeom>
        </p:spPr>
        <p:txBody>
          <a:bodyPr/>
          <a:lstStyle>
            <a:lvl1pPr>
              <a:defRPr sz="3200" baseline="0">
                <a:solidFill>
                  <a:srgbClr val="002060"/>
                </a:solidFill>
                <a:latin typeface="Tahoma" panose="020B0604030504040204" pitchFamily="34" charset="0"/>
                <a:ea typeface="나눔바른고딕" panose="020B0603020101020101"/>
                <a:cs typeface="Tahoma" panose="020B0604030504040204" pitchFamily="34" charset="0"/>
              </a:defRPr>
            </a:lvl1pPr>
          </a:lstStyle>
          <a:p>
            <a:r>
              <a:rPr lang="ko-KR" altLang="en-US" dirty="0"/>
              <a:t>마스터 제목 스타일 편집</a:t>
            </a:r>
          </a:p>
        </p:txBody>
      </p:sp>
      <p:sp>
        <p:nvSpPr>
          <p:cNvPr id="4" name="텍스트 개체 틀 7">
            <a:extLst>
              <a:ext uri="{FF2B5EF4-FFF2-40B4-BE49-F238E27FC236}">
                <a16:creationId xmlns:a16="http://schemas.microsoft.com/office/drawing/2014/main" id="{A2BF3651-139C-4C2A-B50C-F1D08E6D0628}"/>
              </a:ext>
            </a:extLst>
          </p:cNvPr>
          <p:cNvSpPr>
            <a:spLocks noGrp="1"/>
          </p:cNvSpPr>
          <p:nvPr>
            <p:ph type="body" sz="quarter" idx="13" hasCustomPrompt="1"/>
          </p:nvPr>
        </p:nvSpPr>
        <p:spPr>
          <a:xfrm>
            <a:off x="350552" y="939800"/>
            <a:ext cx="11369963" cy="5140325"/>
          </a:xfrm>
          <a:prstGeom prst="rect">
            <a:avLst/>
          </a:prstGeom>
          <a:ln>
            <a:noFill/>
          </a:ln>
        </p:spPr>
        <p:style>
          <a:lnRef idx="2">
            <a:schemeClr val="dk1"/>
          </a:lnRef>
          <a:fillRef idx="1">
            <a:schemeClr val="lt1"/>
          </a:fillRef>
          <a:effectRef idx="0">
            <a:schemeClr val="dk1"/>
          </a:effectRef>
          <a:fontRef idx="minor">
            <a:schemeClr val="dk1"/>
          </a:fontRef>
        </p:style>
        <p:txBody>
          <a:bodyPr/>
          <a:lstStyle>
            <a:lvl1pPr marL="228594" indent="-228594">
              <a:buClr>
                <a:schemeClr val="tx2"/>
              </a:buClr>
              <a:buSzPct val="70000"/>
              <a:buFont typeface="Wingdings" panose="05000000000000000000" pitchFamily="2" charset="2"/>
              <a:buChar char="§"/>
              <a:defRPr sz="2400" baseline="0">
                <a:latin typeface="Tahoma" panose="020B0604030504040204" pitchFamily="34" charset="0"/>
                <a:ea typeface="나눔바른고딕" panose="020B0603020101020101"/>
                <a:cs typeface="Tahoma" panose="020B0604030504040204" pitchFamily="34" charset="0"/>
              </a:defRPr>
            </a:lvl1pPr>
            <a:lvl2pPr>
              <a:defRPr sz="2000" baseline="0">
                <a:latin typeface="Tahoma" panose="020B0604030504040204" pitchFamily="34" charset="0"/>
                <a:ea typeface="나눔바른고딕" panose="020B0603020101020101"/>
                <a:cs typeface="Tahoma" panose="020B0604030504040204" pitchFamily="34" charset="0"/>
              </a:defRPr>
            </a:lvl2pPr>
            <a:lvl3pPr>
              <a:defRPr sz="1800" baseline="0">
                <a:latin typeface="Tahoma" panose="020B0604030504040204" pitchFamily="34" charset="0"/>
                <a:ea typeface="나눔바른고딕" panose="020B0603020101020101"/>
                <a:cs typeface="Tahoma" panose="020B0604030504040204" pitchFamily="34" charset="0"/>
              </a:defRPr>
            </a:lvl3pPr>
            <a:lvl4pPr>
              <a:defRPr sz="1600" baseline="0">
                <a:latin typeface="Tahoma" panose="020B0604030504040204" pitchFamily="34" charset="0"/>
                <a:ea typeface="나눔바른고딕" panose="020B0603020101020101"/>
                <a:cs typeface="Tahoma" panose="020B0604030504040204" pitchFamily="34" charset="0"/>
              </a:defRPr>
            </a:lvl4pPr>
            <a:lvl5pPr>
              <a:defRPr sz="1600" baseline="0">
                <a:latin typeface="Tahoma" panose="020B0604030504040204" pitchFamily="34" charset="0"/>
                <a:ea typeface="나눔바른고딕" panose="020B0603020101020101"/>
                <a:cs typeface="Tahoma" panose="020B0604030504040204" pitchFamily="34" charset="0"/>
              </a:defRPr>
            </a:lvl5p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Tree>
    <p:extLst>
      <p:ext uri="{BB962C8B-B14F-4D97-AF65-F5344CB8AC3E}">
        <p14:creationId xmlns:p14="http://schemas.microsoft.com/office/powerpoint/2010/main" val="245874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본문">
    <p:spTree>
      <p:nvGrpSpPr>
        <p:cNvPr id="1" name=""/>
        <p:cNvGrpSpPr/>
        <p:nvPr/>
      </p:nvGrpSpPr>
      <p:grpSpPr>
        <a:xfrm>
          <a:off x="0" y="0"/>
          <a:ext cx="0" cy="0"/>
          <a:chOff x="0" y="0"/>
          <a:chExt cx="0" cy="0"/>
        </a:xfrm>
      </p:grpSpPr>
      <p:sp>
        <p:nvSpPr>
          <p:cNvPr id="6" name="슬라이드 번호 개체 틀 5">
            <a:extLst>
              <a:ext uri="{FF2B5EF4-FFF2-40B4-BE49-F238E27FC236}">
                <a16:creationId xmlns:a16="http://schemas.microsoft.com/office/drawing/2014/main" id="{D9E9B277-E6D2-4E96-8113-BC37E48E121A}"/>
              </a:ext>
            </a:extLst>
          </p:cNvPr>
          <p:cNvSpPr>
            <a:spLocks noGrp="1"/>
          </p:cNvSpPr>
          <p:nvPr>
            <p:ph type="sldNum" sz="quarter" idx="12"/>
          </p:nvPr>
        </p:nvSpPr>
        <p:spPr>
          <a:xfrm>
            <a:off x="4724400" y="6319408"/>
            <a:ext cx="2743200" cy="365125"/>
          </a:xfrm>
          <a:prstGeom prst="rect">
            <a:avLst/>
          </a:prstGeom>
        </p:spPr>
        <p:txBody>
          <a:bodyPr/>
          <a:lstStyle>
            <a:lvl1pPr algn="ctr">
              <a:defRPr sz="1200">
                <a:latin typeface="+mj-ea"/>
                <a:ea typeface="+mj-ea"/>
              </a:defRPr>
            </a:lvl1pPr>
          </a:lstStyle>
          <a:p>
            <a:r>
              <a:rPr lang="en-US" altLang="ko-KR" dirty="0"/>
              <a:t>-</a:t>
            </a:r>
            <a:fld id="{3D16D23B-24D6-455E-BBD7-6975BEA16FD4}" type="slidenum">
              <a:rPr lang="ko-KR" altLang="en-US" smtClean="0"/>
              <a:pPr/>
              <a:t>‹#›</a:t>
            </a:fld>
            <a:r>
              <a:rPr lang="en-US" altLang="ko-KR" dirty="0"/>
              <a:t>-</a:t>
            </a:r>
            <a:endParaRPr lang="ko-KR" altLang="en-US" dirty="0"/>
          </a:p>
        </p:txBody>
      </p:sp>
      <p:cxnSp>
        <p:nvCxnSpPr>
          <p:cNvPr id="11" name="직선 연결선 10">
            <a:extLst>
              <a:ext uri="{FF2B5EF4-FFF2-40B4-BE49-F238E27FC236}">
                <a16:creationId xmlns:a16="http://schemas.microsoft.com/office/drawing/2014/main" id="{CC3C8253-BD6E-4E99-9512-D1ABAD65749A}"/>
              </a:ext>
            </a:extLst>
          </p:cNvPr>
          <p:cNvCxnSpPr>
            <a:cxnSpLocks/>
          </p:cNvCxnSpPr>
          <p:nvPr userDrawn="1"/>
        </p:nvCxnSpPr>
        <p:spPr>
          <a:xfrm>
            <a:off x="209552" y="778386"/>
            <a:ext cx="11725275"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4" name="제목 3">
            <a:extLst>
              <a:ext uri="{FF2B5EF4-FFF2-40B4-BE49-F238E27FC236}">
                <a16:creationId xmlns:a16="http://schemas.microsoft.com/office/drawing/2014/main" id="{73512CED-D7AF-4EA2-B543-7A185FE1931B}"/>
              </a:ext>
            </a:extLst>
          </p:cNvPr>
          <p:cNvSpPr>
            <a:spLocks noGrp="1"/>
          </p:cNvSpPr>
          <p:nvPr>
            <p:ph type="title"/>
          </p:nvPr>
        </p:nvSpPr>
        <p:spPr>
          <a:xfrm>
            <a:off x="350981" y="173474"/>
            <a:ext cx="11369963" cy="573577"/>
          </a:xfrm>
          <a:prstGeom prst="rect">
            <a:avLst/>
          </a:prstGeom>
        </p:spPr>
        <p:txBody>
          <a:bodyPr/>
          <a:lstStyle>
            <a:lvl1pPr>
              <a:defRPr sz="3200">
                <a:solidFill>
                  <a:srgbClr val="002060"/>
                </a:solidFill>
                <a:latin typeface="Tahoma" panose="020B0604030504040204" pitchFamily="34" charset="0"/>
                <a:cs typeface="Tahoma" panose="020B0604030504040204" pitchFamily="34" charset="0"/>
              </a:defRPr>
            </a:lvl1pPr>
          </a:lstStyle>
          <a:p>
            <a:r>
              <a:rPr lang="ko-KR" altLang="en-US" dirty="0"/>
              <a:t>마스터 제목 스타일 편집</a:t>
            </a:r>
          </a:p>
        </p:txBody>
      </p:sp>
      <p:sp>
        <p:nvSpPr>
          <p:cNvPr id="8" name="텍스트 개체 틀 7">
            <a:extLst>
              <a:ext uri="{FF2B5EF4-FFF2-40B4-BE49-F238E27FC236}">
                <a16:creationId xmlns:a16="http://schemas.microsoft.com/office/drawing/2014/main" id="{9E6EBE8F-2CA7-4A84-87FD-E8EBE959A580}"/>
              </a:ext>
            </a:extLst>
          </p:cNvPr>
          <p:cNvSpPr>
            <a:spLocks noGrp="1"/>
          </p:cNvSpPr>
          <p:nvPr>
            <p:ph type="body" sz="quarter" idx="13" hasCustomPrompt="1"/>
          </p:nvPr>
        </p:nvSpPr>
        <p:spPr>
          <a:xfrm>
            <a:off x="350552" y="939800"/>
            <a:ext cx="11369963" cy="5140325"/>
          </a:xfrm>
          <a:prstGeom prst="rect">
            <a:avLst/>
          </a:prstGeom>
          <a:ln>
            <a:noFill/>
          </a:ln>
        </p:spPr>
        <p:style>
          <a:lnRef idx="2">
            <a:schemeClr val="dk1"/>
          </a:lnRef>
          <a:fillRef idx="1">
            <a:schemeClr val="lt1"/>
          </a:fillRef>
          <a:effectRef idx="0">
            <a:schemeClr val="dk1"/>
          </a:effectRef>
          <a:fontRef idx="minor">
            <a:schemeClr val="dk1"/>
          </a:fontRef>
        </p:style>
        <p:txBody>
          <a:bodyPr/>
          <a:lstStyle>
            <a:lvl1pPr marL="228594" indent="-228594">
              <a:buClr>
                <a:schemeClr val="tx2"/>
              </a:buClr>
              <a:buSzPct val="70000"/>
              <a:buFont typeface="Wingdings" panose="05000000000000000000" pitchFamily="2" charset="2"/>
              <a:buChar char="§"/>
              <a:defRPr sz="2400">
                <a:latin typeface="Tahoma" panose="020B0604030504040204" pitchFamily="34" charset="0"/>
                <a:cs typeface="Tahoma" panose="020B0604030504040204" pitchFamily="34" charset="0"/>
              </a:defRPr>
            </a:lvl1pPr>
            <a:lvl2pPr>
              <a:defRPr sz="2000">
                <a:latin typeface="Tahoma" panose="020B0604030504040204" pitchFamily="34" charset="0"/>
                <a:cs typeface="Tahoma" panose="020B0604030504040204" pitchFamily="34" charset="0"/>
              </a:defRPr>
            </a:lvl2pPr>
            <a:lvl3pPr>
              <a:defRPr sz="1800">
                <a:latin typeface="Tahoma" panose="020B0604030504040204" pitchFamily="34" charset="0"/>
                <a:cs typeface="Tahoma" panose="020B0604030504040204" pitchFamily="34" charset="0"/>
              </a:defRPr>
            </a:lvl3pPr>
            <a:lvl4pPr>
              <a:defRPr sz="1600">
                <a:latin typeface="Tahoma" panose="020B0604030504040204" pitchFamily="34" charset="0"/>
                <a:cs typeface="Tahoma" panose="020B0604030504040204" pitchFamily="34" charset="0"/>
              </a:defRPr>
            </a:lvl4pPr>
            <a:lvl5pPr>
              <a:defRPr sz="1600">
                <a:latin typeface="Tahoma" panose="020B0604030504040204" pitchFamily="34" charset="0"/>
                <a:cs typeface="Tahoma" panose="020B0604030504040204" pitchFamily="34" charset="0"/>
              </a:defRPr>
            </a:lvl5p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Tree>
    <p:extLst>
      <p:ext uri="{BB962C8B-B14F-4D97-AF65-F5344CB8AC3E}">
        <p14:creationId xmlns:p14="http://schemas.microsoft.com/office/powerpoint/2010/main" val="1856820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본문">
    <p:spTree>
      <p:nvGrpSpPr>
        <p:cNvPr id="1" name=""/>
        <p:cNvGrpSpPr/>
        <p:nvPr/>
      </p:nvGrpSpPr>
      <p:grpSpPr>
        <a:xfrm>
          <a:off x="0" y="0"/>
          <a:ext cx="0" cy="0"/>
          <a:chOff x="0" y="0"/>
          <a:chExt cx="0" cy="0"/>
        </a:xfrm>
      </p:grpSpPr>
      <p:sp>
        <p:nvSpPr>
          <p:cNvPr id="6" name="슬라이드 번호 개체 틀 5">
            <a:extLst>
              <a:ext uri="{FF2B5EF4-FFF2-40B4-BE49-F238E27FC236}">
                <a16:creationId xmlns:a16="http://schemas.microsoft.com/office/drawing/2014/main" id="{D9E9B277-E6D2-4E96-8113-BC37E48E121A}"/>
              </a:ext>
            </a:extLst>
          </p:cNvPr>
          <p:cNvSpPr>
            <a:spLocks noGrp="1"/>
          </p:cNvSpPr>
          <p:nvPr>
            <p:ph type="sldNum" sz="quarter" idx="12"/>
          </p:nvPr>
        </p:nvSpPr>
        <p:spPr>
          <a:xfrm>
            <a:off x="4724400" y="6319408"/>
            <a:ext cx="2743200" cy="365125"/>
          </a:xfrm>
          <a:prstGeom prst="rect">
            <a:avLst/>
          </a:prstGeom>
        </p:spPr>
        <p:txBody>
          <a:bodyPr/>
          <a:lstStyle>
            <a:lvl1pPr algn="ctr">
              <a:defRPr sz="1200">
                <a:latin typeface="+mj-ea"/>
                <a:ea typeface="+mj-ea"/>
              </a:defRPr>
            </a:lvl1pPr>
          </a:lstStyle>
          <a:p>
            <a:r>
              <a:rPr lang="en-US" altLang="ko-KR" dirty="0"/>
              <a:t>-</a:t>
            </a:r>
            <a:fld id="{3D16D23B-24D6-455E-BBD7-6975BEA16FD4}" type="slidenum">
              <a:rPr lang="ko-KR" altLang="en-US" smtClean="0"/>
              <a:pPr/>
              <a:t>‹#›</a:t>
            </a:fld>
            <a:r>
              <a:rPr lang="en-US" altLang="ko-KR" dirty="0"/>
              <a:t>-</a:t>
            </a:r>
            <a:endParaRPr lang="ko-KR" altLang="en-US" dirty="0"/>
          </a:p>
        </p:txBody>
      </p:sp>
      <p:sp>
        <p:nvSpPr>
          <p:cNvPr id="4" name="제목 3">
            <a:extLst>
              <a:ext uri="{FF2B5EF4-FFF2-40B4-BE49-F238E27FC236}">
                <a16:creationId xmlns:a16="http://schemas.microsoft.com/office/drawing/2014/main" id="{73512CED-D7AF-4EA2-B543-7A185FE1931B}"/>
              </a:ext>
            </a:extLst>
          </p:cNvPr>
          <p:cNvSpPr>
            <a:spLocks noGrp="1"/>
          </p:cNvSpPr>
          <p:nvPr>
            <p:ph type="title"/>
          </p:nvPr>
        </p:nvSpPr>
        <p:spPr>
          <a:xfrm>
            <a:off x="350981" y="173474"/>
            <a:ext cx="11369963" cy="573577"/>
          </a:xfrm>
          <a:prstGeom prst="rect">
            <a:avLst/>
          </a:prstGeom>
        </p:spPr>
        <p:txBody>
          <a:bodyPr/>
          <a:lstStyle>
            <a:lvl1pPr>
              <a:defRPr sz="4000">
                <a:solidFill>
                  <a:srgbClr val="002060"/>
                </a:solidFill>
              </a:defRPr>
            </a:lvl1pPr>
          </a:lstStyle>
          <a:p>
            <a:r>
              <a:rPr lang="ko-KR" altLang="en-US" dirty="0"/>
              <a:t>마스터 제목 스타일 편집</a:t>
            </a:r>
          </a:p>
        </p:txBody>
      </p:sp>
      <p:sp>
        <p:nvSpPr>
          <p:cNvPr id="8" name="텍스트 개체 틀 7">
            <a:extLst>
              <a:ext uri="{FF2B5EF4-FFF2-40B4-BE49-F238E27FC236}">
                <a16:creationId xmlns:a16="http://schemas.microsoft.com/office/drawing/2014/main" id="{9E6EBE8F-2CA7-4A84-87FD-E8EBE959A580}"/>
              </a:ext>
            </a:extLst>
          </p:cNvPr>
          <p:cNvSpPr>
            <a:spLocks noGrp="1"/>
          </p:cNvSpPr>
          <p:nvPr>
            <p:ph type="body" sz="quarter" idx="13" hasCustomPrompt="1"/>
          </p:nvPr>
        </p:nvSpPr>
        <p:spPr>
          <a:xfrm>
            <a:off x="350552" y="939800"/>
            <a:ext cx="11369963" cy="5140325"/>
          </a:xfrm>
          <a:prstGeom prst="rect">
            <a:avLst/>
          </a:prstGeom>
          <a:ln>
            <a:noFill/>
          </a:ln>
        </p:spPr>
        <p:style>
          <a:lnRef idx="2">
            <a:schemeClr val="dk1"/>
          </a:lnRef>
          <a:fillRef idx="1">
            <a:schemeClr val="lt1"/>
          </a:fillRef>
          <a:effectRef idx="0">
            <a:schemeClr val="dk1"/>
          </a:effectRef>
          <a:fontRef idx="minor">
            <a:schemeClr val="dk1"/>
          </a:fontRef>
        </p:style>
        <p:txBody>
          <a:bodyPr/>
          <a:lstStyle>
            <a:lvl1pPr marL="228594" indent="-228594">
              <a:buClr>
                <a:schemeClr val="tx2"/>
              </a:buClr>
              <a:buSzPct val="70000"/>
              <a:buFont typeface="Wingdings" panose="05000000000000000000" pitchFamily="2" charset="2"/>
              <a:buChar char="§"/>
              <a:defRPr/>
            </a:lvl1pPr>
            <a:lvl2pPr>
              <a:defRPr/>
            </a:lvl2p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cxnSp>
        <p:nvCxnSpPr>
          <p:cNvPr id="9" name="직선 연결선 8">
            <a:extLst>
              <a:ext uri="{FF2B5EF4-FFF2-40B4-BE49-F238E27FC236}">
                <a16:creationId xmlns:a16="http://schemas.microsoft.com/office/drawing/2014/main" id="{3C655A9F-7736-4AB1-8EC3-D9D7FDFC6BA9}"/>
              </a:ext>
            </a:extLst>
          </p:cNvPr>
          <p:cNvCxnSpPr>
            <a:cxnSpLocks/>
          </p:cNvCxnSpPr>
          <p:nvPr userDrawn="1"/>
        </p:nvCxnSpPr>
        <p:spPr>
          <a:xfrm>
            <a:off x="209552" y="796434"/>
            <a:ext cx="11725275"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7279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본문">
    <p:spTree>
      <p:nvGrpSpPr>
        <p:cNvPr id="1" name=""/>
        <p:cNvGrpSpPr/>
        <p:nvPr/>
      </p:nvGrpSpPr>
      <p:grpSpPr>
        <a:xfrm>
          <a:off x="0" y="0"/>
          <a:ext cx="0" cy="0"/>
          <a:chOff x="0" y="0"/>
          <a:chExt cx="0" cy="0"/>
        </a:xfrm>
      </p:grpSpPr>
      <p:sp>
        <p:nvSpPr>
          <p:cNvPr id="6" name="슬라이드 번호 개체 틀 5">
            <a:extLst>
              <a:ext uri="{FF2B5EF4-FFF2-40B4-BE49-F238E27FC236}">
                <a16:creationId xmlns:a16="http://schemas.microsoft.com/office/drawing/2014/main" id="{D9E9B277-E6D2-4E96-8113-BC37E48E121A}"/>
              </a:ext>
            </a:extLst>
          </p:cNvPr>
          <p:cNvSpPr>
            <a:spLocks noGrp="1"/>
          </p:cNvSpPr>
          <p:nvPr>
            <p:ph type="sldNum" sz="quarter" idx="12"/>
          </p:nvPr>
        </p:nvSpPr>
        <p:spPr>
          <a:xfrm>
            <a:off x="4724400" y="6319408"/>
            <a:ext cx="2743200" cy="365125"/>
          </a:xfrm>
          <a:prstGeom prst="rect">
            <a:avLst/>
          </a:prstGeom>
        </p:spPr>
        <p:txBody>
          <a:bodyPr/>
          <a:lstStyle>
            <a:lvl1pPr algn="ctr">
              <a:defRPr sz="1200">
                <a:latin typeface="+mj-ea"/>
                <a:ea typeface="+mj-ea"/>
              </a:defRPr>
            </a:lvl1pPr>
          </a:lstStyle>
          <a:p>
            <a:r>
              <a:rPr lang="en-US" altLang="ko-KR" dirty="0"/>
              <a:t>-</a:t>
            </a:r>
            <a:fld id="{3D16D23B-24D6-455E-BBD7-6975BEA16FD4}" type="slidenum">
              <a:rPr lang="ko-KR" altLang="en-US" smtClean="0"/>
              <a:pPr/>
              <a:t>‹#›</a:t>
            </a:fld>
            <a:r>
              <a:rPr lang="en-US" altLang="ko-KR" dirty="0"/>
              <a:t>-</a:t>
            </a:r>
            <a:endParaRPr lang="ko-KR" altLang="en-US" dirty="0"/>
          </a:p>
        </p:txBody>
      </p:sp>
      <p:cxnSp>
        <p:nvCxnSpPr>
          <p:cNvPr id="11" name="직선 연결선 10">
            <a:extLst>
              <a:ext uri="{FF2B5EF4-FFF2-40B4-BE49-F238E27FC236}">
                <a16:creationId xmlns:a16="http://schemas.microsoft.com/office/drawing/2014/main" id="{CC3C8253-BD6E-4E99-9512-D1ABAD65749A}"/>
              </a:ext>
            </a:extLst>
          </p:cNvPr>
          <p:cNvCxnSpPr>
            <a:cxnSpLocks/>
          </p:cNvCxnSpPr>
          <p:nvPr userDrawn="1"/>
        </p:nvCxnSpPr>
        <p:spPr>
          <a:xfrm>
            <a:off x="228600" y="796434"/>
            <a:ext cx="11668125"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4" name="제목 3">
            <a:extLst>
              <a:ext uri="{FF2B5EF4-FFF2-40B4-BE49-F238E27FC236}">
                <a16:creationId xmlns:a16="http://schemas.microsoft.com/office/drawing/2014/main" id="{73512CED-D7AF-4EA2-B543-7A185FE1931B}"/>
              </a:ext>
            </a:extLst>
          </p:cNvPr>
          <p:cNvSpPr>
            <a:spLocks noGrp="1"/>
          </p:cNvSpPr>
          <p:nvPr>
            <p:ph type="title"/>
          </p:nvPr>
        </p:nvSpPr>
        <p:spPr>
          <a:xfrm>
            <a:off x="350981" y="173474"/>
            <a:ext cx="11369963" cy="573577"/>
          </a:xfrm>
          <a:prstGeom prst="rect">
            <a:avLst/>
          </a:prstGeom>
        </p:spPr>
        <p:txBody>
          <a:bodyPr/>
          <a:lstStyle>
            <a:lvl1pPr>
              <a:defRPr sz="4000">
                <a:solidFill>
                  <a:srgbClr val="002060"/>
                </a:solidFill>
              </a:defRPr>
            </a:lvl1pPr>
          </a:lstStyle>
          <a:p>
            <a:r>
              <a:rPr lang="ko-KR" altLang="en-US"/>
              <a:t>마스터 제목 스타일 편집</a:t>
            </a:r>
            <a:endParaRPr lang="ko-KR" altLang="en-US" dirty="0"/>
          </a:p>
        </p:txBody>
      </p:sp>
      <p:sp>
        <p:nvSpPr>
          <p:cNvPr id="8" name="텍스트 개체 틀 7">
            <a:extLst>
              <a:ext uri="{FF2B5EF4-FFF2-40B4-BE49-F238E27FC236}">
                <a16:creationId xmlns:a16="http://schemas.microsoft.com/office/drawing/2014/main" id="{9E6EBE8F-2CA7-4A84-87FD-E8EBE959A580}"/>
              </a:ext>
            </a:extLst>
          </p:cNvPr>
          <p:cNvSpPr>
            <a:spLocks noGrp="1"/>
          </p:cNvSpPr>
          <p:nvPr>
            <p:ph type="body" sz="quarter" idx="13" hasCustomPrompt="1"/>
          </p:nvPr>
        </p:nvSpPr>
        <p:spPr>
          <a:xfrm>
            <a:off x="350552" y="939800"/>
            <a:ext cx="11369963" cy="5140325"/>
          </a:xfrm>
          <a:prstGeom prst="rect">
            <a:avLst/>
          </a:prstGeom>
          <a:ln>
            <a:noFill/>
          </a:ln>
        </p:spPr>
        <p:style>
          <a:lnRef idx="2">
            <a:schemeClr val="dk1"/>
          </a:lnRef>
          <a:fillRef idx="1">
            <a:schemeClr val="lt1"/>
          </a:fillRef>
          <a:effectRef idx="0">
            <a:schemeClr val="dk1"/>
          </a:effectRef>
          <a:fontRef idx="minor">
            <a:schemeClr val="dk1"/>
          </a:fontRef>
        </p:style>
        <p:txBody>
          <a:bodyPr/>
          <a:lstStyle>
            <a:lvl1pPr marL="228594" indent="-228594">
              <a:buClr>
                <a:schemeClr val="tx2"/>
              </a:buClr>
              <a:buSzPct val="70000"/>
              <a:buFont typeface="Wingdings" panose="05000000000000000000" pitchFamily="2" charset="2"/>
              <a:buChar char="§"/>
              <a:defRPr/>
            </a:lvl1pPr>
            <a:lvl2pPr>
              <a:defRPr/>
            </a:lvl2p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Tree>
    <p:extLst>
      <p:ext uri="{BB962C8B-B14F-4D97-AF65-F5344CB8AC3E}">
        <p14:creationId xmlns:p14="http://schemas.microsoft.com/office/powerpoint/2010/main" val="33819811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표지">
    <p:spTree>
      <p:nvGrpSpPr>
        <p:cNvPr id="1" name=""/>
        <p:cNvGrpSpPr/>
        <p:nvPr/>
      </p:nvGrpSpPr>
      <p:grpSpPr>
        <a:xfrm>
          <a:off x="0" y="0"/>
          <a:ext cx="0" cy="0"/>
          <a:chOff x="0" y="0"/>
          <a:chExt cx="0" cy="0"/>
        </a:xfrm>
      </p:grpSpPr>
      <p:sp>
        <p:nvSpPr>
          <p:cNvPr id="6" name="슬라이드 번호 개체 틀 5">
            <a:extLst>
              <a:ext uri="{FF2B5EF4-FFF2-40B4-BE49-F238E27FC236}">
                <a16:creationId xmlns:a16="http://schemas.microsoft.com/office/drawing/2014/main" id="{D9E9B277-E6D2-4E96-8113-BC37E48E121A}"/>
              </a:ext>
            </a:extLst>
          </p:cNvPr>
          <p:cNvSpPr>
            <a:spLocks noGrp="1"/>
          </p:cNvSpPr>
          <p:nvPr>
            <p:ph type="sldNum" sz="quarter" idx="12"/>
          </p:nvPr>
        </p:nvSpPr>
        <p:spPr>
          <a:xfrm>
            <a:off x="4724400" y="6319408"/>
            <a:ext cx="2743200" cy="365125"/>
          </a:xfrm>
          <a:prstGeom prst="rect">
            <a:avLst/>
          </a:prstGeom>
        </p:spPr>
        <p:txBody>
          <a:bodyPr/>
          <a:lstStyle>
            <a:lvl1pPr algn="ctr">
              <a:defRPr sz="1200">
                <a:latin typeface="+mj-ea"/>
                <a:ea typeface="+mj-ea"/>
              </a:defRPr>
            </a:lvl1pPr>
          </a:lstStyle>
          <a:p>
            <a:endParaRPr lang="ko-KR" altLang="en-US" dirty="0"/>
          </a:p>
        </p:txBody>
      </p:sp>
    </p:spTree>
    <p:extLst>
      <p:ext uri="{BB962C8B-B14F-4D97-AF65-F5344CB8AC3E}">
        <p14:creationId xmlns:p14="http://schemas.microsoft.com/office/powerpoint/2010/main" val="2680175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바닥글 개체 틀 4">
            <a:extLst>
              <a:ext uri="{FF2B5EF4-FFF2-40B4-BE49-F238E27FC236}">
                <a16:creationId xmlns:a16="http://schemas.microsoft.com/office/drawing/2014/main" id="{9A0E6D3D-8684-42A0-99D4-8DA89870E642}"/>
              </a:ext>
            </a:extLst>
          </p:cNvPr>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marL="0" indent="0" algn="ctr">
              <a:buFont typeface="+mj-lt"/>
              <a:buNone/>
              <a:defRPr sz="1200">
                <a:solidFill>
                  <a:schemeClr val="tx1">
                    <a:tint val="75000"/>
                  </a:schemeClr>
                </a:solidFill>
                <a:latin typeface="+mj-ea"/>
                <a:ea typeface="+mj-ea"/>
              </a:defRPr>
            </a:lvl1pPr>
          </a:lstStyle>
          <a:p>
            <a:fld id="{63417E64-10DB-45FE-B3AC-8C68DD67C89D}" type="slidenum">
              <a:rPr lang="en-US" altLang="ko-KR" smtClean="0"/>
              <a:pPr/>
              <a:t>‹#›</a:t>
            </a:fld>
            <a:endParaRPr lang="ko-KR" altLang="en-US" dirty="0"/>
          </a:p>
        </p:txBody>
      </p:sp>
      <p:cxnSp>
        <p:nvCxnSpPr>
          <p:cNvPr id="7" name="직선 연결선 6">
            <a:extLst>
              <a:ext uri="{FF2B5EF4-FFF2-40B4-BE49-F238E27FC236}">
                <a16:creationId xmlns:a16="http://schemas.microsoft.com/office/drawing/2014/main" id="{6C422D9F-E06E-48CE-8264-9CF1168BF5B8}"/>
              </a:ext>
            </a:extLst>
          </p:cNvPr>
          <p:cNvCxnSpPr>
            <a:cxnSpLocks/>
          </p:cNvCxnSpPr>
          <p:nvPr userDrawn="1"/>
        </p:nvCxnSpPr>
        <p:spPr>
          <a:xfrm>
            <a:off x="219075" y="6176963"/>
            <a:ext cx="116967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2B2ADC5-7002-4C2C-B999-F6F3B52EF574}"/>
              </a:ext>
            </a:extLst>
          </p:cNvPr>
          <p:cNvSpPr txBox="1"/>
          <p:nvPr userDrawn="1"/>
        </p:nvSpPr>
        <p:spPr>
          <a:xfrm>
            <a:off x="3943928" y="683491"/>
            <a:ext cx="4729019" cy="369332"/>
          </a:xfrm>
          <a:prstGeom prst="rect">
            <a:avLst/>
          </a:prstGeom>
          <a:noFill/>
        </p:spPr>
        <p:txBody>
          <a:bodyPr wrap="square" rtlCol="0">
            <a:spAutoFit/>
          </a:bodyPr>
          <a:lstStyle/>
          <a:p>
            <a:endParaRPr lang="ko-KR" altLang="en-US" sz="1800" dirty="0"/>
          </a:p>
        </p:txBody>
      </p:sp>
      <p:pic>
        <p:nvPicPr>
          <p:cNvPr id="17" name="그림 16">
            <a:extLst>
              <a:ext uri="{FF2B5EF4-FFF2-40B4-BE49-F238E27FC236}">
                <a16:creationId xmlns:a16="http://schemas.microsoft.com/office/drawing/2014/main" id="{CD816668-11AD-453A-84B9-91FFACD5ADD7}"/>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3514" t="13815" r="1463" b="9645"/>
          <a:stretch/>
        </p:blipFill>
        <p:spPr>
          <a:xfrm>
            <a:off x="333375" y="6319046"/>
            <a:ext cx="1674019" cy="439740"/>
          </a:xfrm>
          <a:prstGeom prst="rect">
            <a:avLst/>
          </a:prstGeom>
        </p:spPr>
      </p:pic>
    </p:spTree>
    <p:extLst>
      <p:ext uri="{BB962C8B-B14F-4D97-AF65-F5344CB8AC3E}">
        <p14:creationId xmlns:p14="http://schemas.microsoft.com/office/powerpoint/2010/main" val="1255647398"/>
      </p:ext>
    </p:extLst>
  </p:cSld>
  <p:clrMap bg1="lt1" tx1="dk1" bg2="lt2" tx2="dk2" accent1="accent1" accent2="accent2" accent3="accent3" accent4="accent4" accent5="accent5" accent6="accent6" hlink="hlink" folHlink="folHlink"/>
  <p:sldLayoutIdLst>
    <p:sldLayoutId id="2147483666" r:id="rId1"/>
    <p:sldLayoutId id="2147483664" r:id="rId2"/>
    <p:sldLayoutId id="2147483665" r:id="rId3"/>
    <p:sldLayoutId id="2147483661" r:id="rId4"/>
    <p:sldLayoutId id="2147483660" r:id="rId5"/>
    <p:sldLayoutId id="2147483662" r:id="rId6"/>
  </p:sldLayoutIdLst>
  <p:hf hdr="0" ftr="0" dt="0"/>
  <p:txStyles>
    <p:titleStyle>
      <a:lvl1pPr algn="l" defTabSz="914377"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377" rtl="0" eaLnBrk="1" latinLnBrk="1" hangingPunct="1">
        <a:defRPr sz="1800" kern="1200">
          <a:solidFill>
            <a:schemeClr val="tx1"/>
          </a:solidFill>
          <a:latin typeface="+mn-lt"/>
          <a:ea typeface="+mn-ea"/>
          <a:cs typeface="+mn-cs"/>
        </a:defRPr>
      </a:lvl1pPr>
      <a:lvl2pPr marL="457189" algn="l" defTabSz="914377" rtl="0" eaLnBrk="1" latinLnBrk="1" hangingPunct="1">
        <a:defRPr sz="1800" kern="1200">
          <a:solidFill>
            <a:schemeClr val="tx1"/>
          </a:solidFill>
          <a:latin typeface="+mn-lt"/>
          <a:ea typeface="+mn-ea"/>
          <a:cs typeface="+mn-cs"/>
        </a:defRPr>
      </a:lvl2pPr>
      <a:lvl3pPr marL="914377" algn="l" defTabSz="914377" rtl="0" eaLnBrk="1" latinLnBrk="1" hangingPunct="1">
        <a:defRPr sz="1800" kern="1200">
          <a:solidFill>
            <a:schemeClr val="tx1"/>
          </a:solidFill>
          <a:latin typeface="+mn-lt"/>
          <a:ea typeface="+mn-ea"/>
          <a:cs typeface="+mn-cs"/>
        </a:defRPr>
      </a:lvl3pPr>
      <a:lvl4pPr marL="1371566" algn="l" defTabSz="914377" rtl="0" eaLnBrk="1" latinLnBrk="1" hangingPunct="1">
        <a:defRPr sz="1800" kern="1200">
          <a:solidFill>
            <a:schemeClr val="tx1"/>
          </a:solidFill>
          <a:latin typeface="+mn-lt"/>
          <a:ea typeface="+mn-ea"/>
          <a:cs typeface="+mn-cs"/>
        </a:defRPr>
      </a:lvl4pPr>
      <a:lvl5pPr marL="1828754" algn="l" defTabSz="914377" rtl="0" eaLnBrk="1" latinLnBrk="1" hangingPunct="1">
        <a:defRPr sz="1800" kern="1200">
          <a:solidFill>
            <a:schemeClr val="tx1"/>
          </a:solidFill>
          <a:latin typeface="+mn-lt"/>
          <a:ea typeface="+mn-ea"/>
          <a:cs typeface="+mn-cs"/>
        </a:defRPr>
      </a:lvl5pPr>
      <a:lvl6pPr marL="2285943" algn="l" defTabSz="914377" rtl="0" eaLnBrk="1" latinLnBrk="1" hangingPunct="1">
        <a:defRPr sz="1800" kern="1200">
          <a:solidFill>
            <a:schemeClr val="tx1"/>
          </a:solidFill>
          <a:latin typeface="+mn-lt"/>
          <a:ea typeface="+mn-ea"/>
          <a:cs typeface="+mn-cs"/>
        </a:defRPr>
      </a:lvl6pPr>
      <a:lvl7pPr marL="2743131" algn="l" defTabSz="914377" rtl="0" eaLnBrk="1" latinLnBrk="1" hangingPunct="1">
        <a:defRPr sz="1800" kern="1200">
          <a:solidFill>
            <a:schemeClr val="tx1"/>
          </a:solidFill>
          <a:latin typeface="+mn-lt"/>
          <a:ea typeface="+mn-ea"/>
          <a:cs typeface="+mn-cs"/>
        </a:defRPr>
      </a:lvl7pPr>
      <a:lvl8pPr marL="3200320" algn="l" defTabSz="914377" rtl="0" eaLnBrk="1" latinLnBrk="1" hangingPunct="1">
        <a:defRPr sz="1800" kern="1200">
          <a:solidFill>
            <a:schemeClr val="tx1"/>
          </a:solidFill>
          <a:latin typeface="+mn-lt"/>
          <a:ea typeface="+mn-ea"/>
          <a:cs typeface="+mn-cs"/>
        </a:defRPr>
      </a:lvl8pPr>
      <a:lvl9pPr marL="3657509" algn="l" defTabSz="914377"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9B47DA59-571C-4A78-BDEA-79809B55D6A2}"/>
              </a:ext>
            </a:extLst>
          </p:cNvPr>
          <p:cNvSpPr>
            <a:spLocks noGrp="1"/>
          </p:cNvSpPr>
          <p:nvPr>
            <p:ph type="ctrTitle"/>
          </p:nvPr>
        </p:nvSpPr>
        <p:spPr>
          <a:xfrm>
            <a:off x="1139687" y="1118934"/>
            <a:ext cx="9912626" cy="2387600"/>
          </a:xfrm>
        </p:spPr>
        <p:txBody>
          <a:bodyPr/>
          <a:lstStyle/>
          <a:p>
            <a:r>
              <a:rPr lang="en-US" altLang="ko-KR" sz="6600" dirty="0">
                <a:solidFill>
                  <a:schemeClr val="dk1"/>
                </a:solidFill>
                <a:latin typeface="Tahoma" panose="020B0604030504040204" pitchFamily="34" charset="0"/>
                <a:ea typeface="Tahoma" panose="020B0604030504040204" pitchFamily="34" charset="0"/>
                <a:cs typeface="Tahoma" panose="020B0604030504040204" pitchFamily="34" charset="0"/>
              </a:rPr>
              <a:t>Lab 4. A Unix Shell</a:t>
            </a:r>
            <a:br>
              <a:rPr lang="en-US" altLang="ko-KR" sz="6600" dirty="0">
                <a:solidFill>
                  <a:schemeClr val="dk1"/>
                </a:solidFill>
                <a:latin typeface="Tahoma" panose="020B0604030504040204" pitchFamily="34" charset="0"/>
                <a:ea typeface="Tahoma" panose="020B0604030504040204" pitchFamily="34" charset="0"/>
                <a:cs typeface="Tahoma" panose="020B0604030504040204" pitchFamily="34" charset="0"/>
              </a:rPr>
            </a:br>
            <a:r>
              <a:rPr lang="en-US" altLang="ko-KR" sz="3200" dirty="0">
                <a:solidFill>
                  <a:schemeClr val="dk1"/>
                </a:solidFill>
                <a:latin typeface="Tahoma" panose="020B0604030504040204" pitchFamily="34" charset="0"/>
                <a:ea typeface="Tahoma" panose="020B0604030504040204" pitchFamily="34" charset="0"/>
                <a:cs typeface="Tahoma" panose="020B0604030504040204" pitchFamily="34" charset="0"/>
              </a:rPr>
              <a:t>SNU System Programming Assignment</a:t>
            </a:r>
            <a:endParaRPr lang="ko-KR" altLang="en-US" dirty="0">
              <a:latin typeface="Tahoma" panose="020B0604030504040204" pitchFamily="34" charset="0"/>
              <a:ea typeface="+mj-ea"/>
              <a:cs typeface="Tahoma" panose="020B0604030504040204" pitchFamily="34" charset="0"/>
            </a:endParaRPr>
          </a:p>
        </p:txBody>
      </p:sp>
      <p:sp>
        <p:nvSpPr>
          <p:cNvPr id="7" name="부제목 6">
            <a:extLst>
              <a:ext uri="{FF2B5EF4-FFF2-40B4-BE49-F238E27FC236}">
                <a16:creationId xmlns:a16="http://schemas.microsoft.com/office/drawing/2014/main" id="{EA9BFC4A-9E4C-4566-A722-6791B1118FC1}"/>
              </a:ext>
            </a:extLst>
          </p:cNvPr>
          <p:cNvSpPr>
            <a:spLocks noGrp="1"/>
          </p:cNvSpPr>
          <p:nvPr>
            <p:ph type="subTitle" idx="1"/>
          </p:nvPr>
        </p:nvSpPr>
        <p:spPr/>
        <p:txBody>
          <a:bodyPr/>
          <a:lstStyle/>
          <a:p>
            <a:pPr marL="0" lvl="0" indent="0" rtl="0">
              <a:lnSpc>
                <a:spcPct val="100000"/>
              </a:lnSpc>
              <a:spcBef>
                <a:spcPts val="0"/>
              </a:spcBef>
              <a:spcAft>
                <a:spcPts val="0"/>
              </a:spcAft>
              <a:buSzPts val="1900"/>
              <a:buNone/>
            </a:pPr>
            <a:endParaRPr lang="en-US" altLang="ko-KR" sz="4000" dirty="0">
              <a:latin typeface="Tahoma" panose="020B0604030504040204" pitchFamily="34" charset="0"/>
              <a:ea typeface="Tahoma" panose="020B0604030504040204" pitchFamily="34" charset="0"/>
              <a:cs typeface="Tahoma" panose="020B0604030504040204" pitchFamily="34" charset="0"/>
            </a:endParaRPr>
          </a:p>
          <a:p>
            <a:pPr marL="0" lvl="0" indent="0" rtl="0">
              <a:lnSpc>
                <a:spcPct val="100000"/>
              </a:lnSpc>
              <a:spcBef>
                <a:spcPts val="0"/>
              </a:spcBef>
              <a:spcAft>
                <a:spcPts val="0"/>
              </a:spcAft>
              <a:buSzPts val="1900"/>
              <a:buNone/>
            </a:pPr>
            <a:r>
              <a:rPr lang="en-US" altLang="ko-KR" sz="4000" dirty="0" err="1">
                <a:latin typeface="Tahoma" panose="020B0604030504040204" pitchFamily="34" charset="0"/>
                <a:ea typeface="Tahoma" panose="020B0604030504040204" pitchFamily="34" charset="0"/>
                <a:cs typeface="Tahoma" panose="020B0604030504040204" pitchFamily="34" charset="0"/>
              </a:rPr>
              <a:t>Seungyeon</a:t>
            </a:r>
            <a:r>
              <a:rPr lang="en-US" altLang="ko-KR" sz="4000" dirty="0">
                <a:latin typeface="Tahoma" panose="020B0604030504040204" pitchFamily="34" charset="0"/>
                <a:ea typeface="Tahoma" panose="020B0604030504040204" pitchFamily="34" charset="0"/>
                <a:cs typeface="Tahoma" panose="020B0604030504040204" pitchFamily="34" charset="0"/>
              </a:rPr>
              <a:t> Shin</a:t>
            </a:r>
          </a:p>
          <a:p>
            <a:pPr marL="0" lvl="0" indent="0" rtl="0">
              <a:lnSpc>
                <a:spcPct val="100000"/>
              </a:lnSpc>
              <a:spcBef>
                <a:spcPts val="0"/>
              </a:spcBef>
              <a:spcAft>
                <a:spcPts val="0"/>
              </a:spcAft>
              <a:buSzPts val="1900"/>
              <a:buNone/>
            </a:pPr>
            <a:r>
              <a:rPr lang="en-US" altLang="ko-KR" sz="3600" dirty="0">
                <a:latin typeface="Tahoma" panose="020B0604030504040204" pitchFamily="34" charset="0"/>
                <a:ea typeface="Tahoma" panose="020B0604030504040204" pitchFamily="34" charset="0"/>
                <a:cs typeface="Tahoma" panose="020B0604030504040204" pitchFamily="34" charset="0"/>
              </a:rPr>
              <a:t>SNU TNET Lab.</a:t>
            </a:r>
          </a:p>
          <a:p>
            <a:endParaRPr lang="ko-KR" altLang="en-US" sz="4000" dirty="0">
              <a:latin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4364928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p:cNvSpPr>
            <a:spLocks noGrp="1"/>
          </p:cNvSpPr>
          <p:nvPr>
            <p:ph type="sldNum" sz="quarter" idx="12"/>
          </p:nvPr>
        </p:nvSpPr>
        <p:spPr/>
        <p:txBody>
          <a:bodyPr/>
          <a:lstStyle/>
          <a:p>
            <a:pPr lvl="0">
              <a:defRPr/>
            </a:pPr>
            <a:r>
              <a:rPr lang="en-US" altLang="ko-KR"/>
              <a:t>-</a:t>
            </a:r>
            <a:fld id="{3D16D23B-24D6-455E-BBD7-6975BEA16FD4}" type="slidenum">
              <a:rPr lang="en-US" altLang="en-US"/>
              <a:pPr lvl="0">
                <a:defRPr/>
              </a:pPr>
              <a:t>2</a:t>
            </a:fld>
            <a:r>
              <a:rPr lang="en-US" altLang="ko-KR"/>
              <a:t>-</a:t>
            </a:r>
          </a:p>
        </p:txBody>
      </p:sp>
      <p:sp>
        <p:nvSpPr>
          <p:cNvPr id="3" name="제목 2"/>
          <p:cNvSpPr>
            <a:spLocks noGrp="1"/>
          </p:cNvSpPr>
          <p:nvPr>
            <p:ph type="title"/>
          </p:nvPr>
        </p:nvSpPr>
        <p:spPr/>
        <p:txBody>
          <a:bodyPr/>
          <a:lstStyle/>
          <a:p>
            <a:pPr lvl="0">
              <a:defRPr/>
            </a:pPr>
            <a:r>
              <a:rPr lang="en-US" altLang="ko-KR" dirty="0">
                <a:ea typeface="Tahoma" panose="020B0604030504040204" pitchFamily="34" charset="0"/>
              </a:rPr>
              <a:t>What Is a Shell?</a:t>
            </a:r>
            <a:endParaRPr lang="ko-KR" altLang="en-US" dirty="0"/>
          </a:p>
        </p:txBody>
      </p:sp>
      <p:sp>
        <p:nvSpPr>
          <p:cNvPr id="4" name="텍스트 개체 틀 3"/>
          <p:cNvSpPr>
            <a:spLocks noGrp="1"/>
          </p:cNvSpPr>
          <p:nvPr>
            <p:ph type="body" sz="quarter" idx="13"/>
          </p:nvPr>
        </p:nvSpPr>
        <p:spPr/>
        <p:txBody>
          <a:bodyPr/>
          <a:lstStyle/>
          <a:p>
            <a:pPr lvl="0">
              <a:defRPr/>
            </a:pPr>
            <a:r>
              <a:rPr lang="en-US" altLang="ko-KR" dirty="0">
                <a:ea typeface="Tahoma" panose="020B0604030504040204" pitchFamily="34" charset="0"/>
              </a:rPr>
              <a:t>Shell: a program that executes commands typed by a user</a:t>
            </a:r>
          </a:p>
          <a:p>
            <a:pPr lvl="0">
              <a:defRPr/>
            </a:pPr>
            <a:endParaRPr lang="en-US" altLang="ko-KR" dirty="0">
              <a:ea typeface="Tahoma" panose="020B0604030504040204" pitchFamily="34" charset="0"/>
            </a:endParaRPr>
          </a:p>
          <a:p>
            <a:pPr lvl="0">
              <a:defRPr/>
            </a:pPr>
            <a:endParaRPr lang="en-US" altLang="ko-KR" dirty="0">
              <a:ea typeface="Tahoma" panose="020B0604030504040204" pitchFamily="34" charset="0"/>
            </a:endParaRPr>
          </a:p>
          <a:p>
            <a:pPr lvl="0">
              <a:defRPr/>
            </a:pPr>
            <a:endParaRPr lang="en-US" altLang="ko-KR" dirty="0">
              <a:ea typeface="Tahoma" panose="020B0604030504040204" pitchFamily="34" charset="0"/>
            </a:endParaRPr>
          </a:p>
          <a:p>
            <a:pPr lvl="0">
              <a:defRPr/>
            </a:pPr>
            <a:endParaRPr lang="en-US" altLang="ko-KR" dirty="0">
              <a:ea typeface="Tahoma" panose="020B0604030504040204" pitchFamily="34" charset="0"/>
            </a:endParaRPr>
          </a:p>
          <a:p>
            <a:pPr lvl="0">
              <a:defRPr/>
            </a:pPr>
            <a:endParaRPr lang="en-US" altLang="ko-KR" dirty="0">
              <a:ea typeface="Tahoma" panose="020B0604030504040204" pitchFamily="34" charset="0"/>
            </a:endParaRPr>
          </a:p>
          <a:p>
            <a:pPr marL="457189" lvl="1" indent="0">
              <a:buNone/>
              <a:defRPr/>
            </a:pPr>
            <a:endParaRPr lang="en-US" altLang="ko-KR" dirty="0">
              <a:ea typeface="Tahoma" panose="020B0604030504040204" pitchFamily="34" charset="0"/>
            </a:endParaRPr>
          </a:p>
          <a:p>
            <a:pPr marL="457189" lvl="1" indent="0">
              <a:buNone/>
              <a:defRPr/>
            </a:pPr>
            <a:r>
              <a:rPr lang="en-US" altLang="ko-KR" dirty="0">
                <a:ea typeface="Tahoma" panose="020B0604030504040204" pitchFamily="34" charset="0"/>
              </a:rPr>
              <a:t>A shell =</a:t>
            </a:r>
          </a:p>
          <a:p>
            <a:pPr marL="457189" lvl="1" indent="0">
              <a:buNone/>
              <a:defRPr/>
            </a:pPr>
            <a:r>
              <a:rPr lang="en-US" altLang="ko-KR" dirty="0">
                <a:latin typeface="Courier New" panose="02070309020205020404" pitchFamily="49" charset="0"/>
                <a:ea typeface="Tahoma" panose="020B0604030504040204" pitchFamily="34" charset="0"/>
                <a:cs typeface="Courier New" panose="02070309020205020404" pitchFamily="49" charset="0"/>
              </a:rPr>
              <a:t>while(1) </a:t>
            </a:r>
            <a:r>
              <a:rPr lang="en-US" altLang="ko-KR" dirty="0">
                <a:ea typeface="Tahoma" panose="020B0604030504040204" pitchFamily="34" charset="0"/>
              </a:rPr>
              <a:t>{</a:t>
            </a:r>
          </a:p>
          <a:p>
            <a:pPr lvl="2">
              <a:defRPr/>
            </a:pPr>
            <a:r>
              <a:rPr lang="en-US" altLang="ko-KR" dirty="0">
                <a:ea typeface="Tahoma" panose="020B0604030504040204" pitchFamily="34" charset="0"/>
              </a:rPr>
              <a:t>Receives an input command string from the user</a:t>
            </a:r>
          </a:p>
          <a:p>
            <a:pPr lvl="2">
              <a:defRPr/>
            </a:pPr>
            <a:r>
              <a:rPr lang="en-US" altLang="ko-KR" dirty="0">
                <a:ea typeface="Tahoma" panose="020B0604030504040204" pitchFamily="34" charset="0"/>
              </a:rPr>
              <a:t>Interprets the command</a:t>
            </a:r>
          </a:p>
          <a:p>
            <a:pPr lvl="2">
              <a:defRPr/>
            </a:pPr>
            <a:r>
              <a:rPr lang="en-US" altLang="ko-KR" dirty="0">
                <a:ea typeface="Tahoma" panose="020B0604030504040204" pitchFamily="34" charset="0"/>
              </a:rPr>
              <a:t>Executes the command requested by user</a:t>
            </a:r>
          </a:p>
          <a:p>
            <a:pPr marL="457189" lvl="1" indent="0">
              <a:buNone/>
              <a:defRPr/>
            </a:pPr>
            <a:r>
              <a:rPr lang="en-US" altLang="ko-KR" dirty="0">
                <a:ea typeface="Tahoma" panose="020B0604030504040204" pitchFamily="34" charset="0"/>
              </a:rPr>
              <a:t>}</a:t>
            </a:r>
          </a:p>
          <a:p>
            <a:pPr lvl="0">
              <a:defRPr/>
            </a:pPr>
            <a:endParaRPr lang="ko-KR" altLang="en-US" dirty="0"/>
          </a:p>
        </p:txBody>
      </p:sp>
      <p:grpSp>
        <p:nvGrpSpPr>
          <p:cNvPr id="5" name="그룹 4"/>
          <p:cNvGrpSpPr/>
          <p:nvPr/>
        </p:nvGrpSpPr>
        <p:grpSpPr>
          <a:xfrm>
            <a:off x="1862888" y="1785903"/>
            <a:ext cx="8345289" cy="2057723"/>
            <a:chOff x="395538" y="1889601"/>
            <a:chExt cx="8345289" cy="2057723"/>
          </a:xfrm>
        </p:grpSpPr>
        <p:pic>
          <p:nvPicPr>
            <p:cNvPr id="6" name="Picture 4" descr="Best typing tutor software of 2021 | TechRadar"/>
            <p:cNvPicPr>
              <a:picLocks noChangeAspect="1" noChangeArrowheads="1"/>
            </p:cNvPicPr>
            <p:nvPr/>
          </p:nvPicPr>
          <p:blipFill rotWithShape="1">
            <a:blip r:embed="rId3"/>
            <a:srcRect/>
            <a:stretch>
              <a:fillRect/>
            </a:stretch>
          </p:blipFill>
          <p:spPr>
            <a:xfrm>
              <a:off x="395538" y="2575506"/>
              <a:ext cx="2224570" cy="1251321"/>
            </a:xfrm>
            <a:prstGeom prst="rect">
              <a:avLst/>
            </a:prstGeom>
            <a:noFill/>
          </p:spPr>
        </p:pic>
        <p:pic>
          <p:nvPicPr>
            <p:cNvPr id="7" name="Picture 4" descr="컴퓨터 PC 하드웨어 부품 명칭과 기능을 소개합니다."/>
            <p:cNvPicPr>
              <a:picLocks noChangeAspect="1" noChangeArrowheads="1"/>
            </p:cNvPicPr>
            <p:nvPr/>
          </p:nvPicPr>
          <p:blipFill rotWithShape="1">
            <a:blip r:embed="rId4"/>
            <a:srcRect/>
            <a:stretch>
              <a:fillRect/>
            </a:stretch>
          </p:blipFill>
          <p:spPr>
            <a:xfrm>
              <a:off x="6970107" y="2500197"/>
              <a:ext cx="1770720" cy="1447127"/>
            </a:xfrm>
            <a:prstGeom prst="rect">
              <a:avLst/>
            </a:prstGeom>
            <a:noFill/>
          </p:spPr>
        </p:pic>
        <p:cxnSp>
          <p:nvCxnSpPr>
            <p:cNvPr id="9" name="직선 화살표 연결선 8"/>
            <p:cNvCxnSpPr/>
            <p:nvPr/>
          </p:nvCxnSpPr>
          <p:spPr>
            <a:xfrm>
              <a:off x="2734407" y="3040242"/>
              <a:ext cx="1315916" cy="0"/>
            </a:xfrm>
            <a:prstGeom prst="straightConnector1">
              <a:avLst/>
            </a:prstGeom>
            <a:noFill/>
            <a:ln w="12700" cap="flat" cmpd="sng" algn="ctr">
              <a:solidFill>
                <a:sysClr val="windowText" lastClr="000000"/>
              </a:solidFill>
              <a:prstDash val="solid"/>
              <a:miter/>
              <a:tailEnd type="triangle"/>
            </a:ln>
            <a:effectLst/>
          </p:spPr>
        </p:cxnSp>
        <p:sp>
          <p:nvSpPr>
            <p:cNvPr id="10" name="TextBox 9"/>
            <p:cNvSpPr txBox="1"/>
            <p:nvPr/>
          </p:nvSpPr>
          <p:spPr>
            <a:xfrm>
              <a:off x="4263688" y="3575512"/>
              <a:ext cx="593432" cy="298181"/>
            </a:xfrm>
            <a:prstGeom prst="rect">
              <a:avLst/>
            </a:prstGeom>
            <a:noFill/>
          </p:spPr>
          <p:txBody>
            <a:bodyPr wrap="none">
              <a:spAutoFit/>
            </a:bodyPr>
            <a:lstStyle/>
            <a:p>
              <a:pPr algn="ctr">
                <a:defRPr/>
              </a:pPr>
              <a:r>
                <a:rPr lang="en-US" altLang="ko-KR" sz="1400" b="1" dirty="0">
                  <a:latin typeface="맑은 고딕"/>
                  <a:ea typeface="맑은 고딕"/>
                  <a:cs typeface="Arial"/>
                </a:rPr>
                <a:t>Shell</a:t>
              </a:r>
              <a:endParaRPr lang="ko-KR" altLang="en-US" sz="1400" b="1" dirty="0">
                <a:latin typeface="맑은 고딕"/>
                <a:ea typeface="맑은 고딕"/>
                <a:cs typeface="Arial"/>
              </a:endParaRPr>
            </a:p>
          </p:txBody>
        </p:sp>
        <p:sp>
          <p:nvSpPr>
            <p:cNvPr id="11" name="TextBox 10"/>
            <p:cNvSpPr txBox="1"/>
            <p:nvPr/>
          </p:nvSpPr>
          <p:spPr>
            <a:xfrm>
              <a:off x="2900397" y="2517022"/>
              <a:ext cx="936475" cy="523220"/>
            </a:xfrm>
            <a:prstGeom prst="rect">
              <a:avLst/>
            </a:prstGeom>
            <a:noFill/>
          </p:spPr>
          <p:txBody>
            <a:bodyPr wrap="none">
              <a:spAutoFit/>
            </a:bodyPr>
            <a:lstStyle/>
            <a:p>
              <a:pPr algn="ctr">
                <a:defRPr/>
              </a:pPr>
              <a:r>
                <a:rPr lang="en-US" altLang="ko-KR" sz="1400" dirty="0">
                  <a:latin typeface="Tahoma" panose="020B0604030504040204" pitchFamily="34" charset="0"/>
                  <a:ea typeface="Tahoma" panose="020B0604030504040204" pitchFamily="34" charset="0"/>
                  <a:cs typeface="Tahoma" panose="020B0604030504040204" pitchFamily="34" charset="0"/>
                </a:rPr>
                <a:t>Type</a:t>
              </a:r>
            </a:p>
            <a:p>
              <a:pPr algn="ctr">
                <a:defRPr/>
              </a:pPr>
              <a:r>
                <a:rPr lang="en-US" altLang="ko-KR" sz="1400" dirty="0">
                  <a:latin typeface="Courier New"/>
                  <a:ea typeface="맑은 고딕"/>
                  <a:cs typeface="Courier New"/>
                </a:rPr>
                <a:t>./</a:t>
              </a:r>
              <a:r>
                <a:rPr lang="en-US" altLang="ko-KR" sz="1400" dirty="0" err="1">
                  <a:latin typeface="Courier New"/>
                  <a:ea typeface="맑은 고딕"/>
                  <a:cs typeface="Courier New"/>
                </a:rPr>
                <a:t>a.out</a:t>
              </a:r>
              <a:endParaRPr lang="ko-KR" altLang="en-US" sz="1400" dirty="0">
                <a:latin typeface="Courier New"/>
                <a:ea typeface="맑은 고딕"/>
                <a:cs typeface="Courier New"/>
              </a:endParaRPr>
            </a:p>
          </p:txBody>
        </p:sp>
        <p:sp>
          <p:nvSpPr>
            <p:cNvPr id="12" name="말풍선: 타원형 6"/>
            <p:cNvSpPr/>
            <p:nvPr/>
          </p:nvSpPr>
          <p:spPr>
            <a:xfrm>
              <a:off x="395538" y="1889601"/>
              <a:ext cx="4077536" cy="412698"/>
            </a:xfrm>
            <a:prstGeom prst="wedgeEllipseCallout">
              <a:avLst>
                <a:gd name="adj1" fmla="val -20689"/>
                <a:gd name="adj2" fmla="val 100848"/>
              </a:avLst>
            </a:prstGeom>
            <a:noFill/>
            <a:ln w="12700" cap="flat" cmpd="sng" algn="ctr">
              <a:solidFill>
                <a:schemeClr val="tx1"/>
              </a:solidFill>
              <a:prstDash val="solid"/>
              <a:round/>
            </a:ln>
            <a:effectLst/>
          </p:spPr>
          <p:txBody>
            <a:bodyPr vert="horz" wrap="none" lIns="91440" tIns="45720" rIns="91440" bIns="45720" anchor="ctr" anchorCtr="0">
              <a:prstTxWarp prst="textNoShape">
                <a:avLst/>
              </a:prstTxWarp>
            </a:bodyPr>
            <a:lstStyle/>
            <a:p>
              <a:pPr marR="0" algn="ctr" defTabSz="914400" rtl="0" eaLnBrk="1" latinLnBrk="1" hangingPunct="1">
                <a:lnSpc>
                  <a:spcPct val="100000"/>
                </a:lnSpc>
                <a:spcBef>
                  <a:spcPct val="20000"/>
                </a:spcBef>
                <a:spcAft>
                  <a:spcPct val="0"/>
                </a:spcAft>
                <a:buClr>
                  <a:schemeClr val="hlink"/>
                </a:buClr>
                <a:buSzPct val="155000"/>
                <a:defRPr/>
              </a:pPr>
              <a:r>
                <a:rPr lang="en-US" altLang="ko-KR" sz="1600">
                  <a:latin typeface="Arial"/>
                  <a:ea typeface="-소망M"/>
                  <a:cs typeface="Arial"/>
                </a:rPr>
                <a:t>I want to run the program “a.out”!</a:t>
              </a:r>
              <a:endParaRPr kumimoji="0" lang="ko-KR" altLang="en-US" sz="1600" b="0" i="0" u="none" strike="noStrike" cap="none" normalizeH="0" baseline="0">
                <a:effectLst/>
                <a:latin typeface="Arial"/>
                <a:ea typeface="-소망M"/>
                <a:cs typeface="Arial"/>
              </a:endParaRPr>
            </a:p>
          </p:txBody>
        </p:sp>
        <p:cxnSp>
          <p:nvCxnSpPr>
            <p:cNvPr id="13" name="직선 화살표 연결선 12"/>
            <p:cNvCxnSpPr/>
            <p:nvPr/>
          </p:nvCxnSpPr>
          <p:spPr>
            <a:xfrm>
              <a:off x="5091412" y="2778632"/>
              <a:ext cx="1751485" cy="0"/>
            </a:xfrm>
            <a:prstGeom prst="straightConnector1">
              <a:avLst/>
            </a:prstGeom>
            <a:noFill/>
            <a:ln w="12700" cap="flat" cmpd="sng" algn="ctr">
              <a:solidFill>
                <a:sysClr val="windowText" lastClr="000000"/>
              </a:solidFill>
              <a:prstDash val="solid"/>
              <a:miter/>
              <a:tailEnd type="triangle"/>
            </a:ln>
            <a:effectLst/>
          </p:spPr>
        </p:cxnSp>
        <p:sp>
          <p:nvSpPr>
            <p:cNvPr id="14" name="TextBox 13"/>
            <p:cNvSpPr txBox="1"/>
            <p:nvPr/>
          </p:nvSpPr>
          <p:spPr>
            <a:xfrm>
              <a:off x="5011121" y="2470855"/>
              <a:ext cx="1864613" cy="307777"/>
            </a:xfrm>
            <a:prstGeom prst="rect">
              <a:avLst/>
            </a:prstGeom>
            <a:noFill/>
          </p:spPr>
          <p:txBody>
            <a:bodyPr wrap="none">
              <a:spAutoFit/>
            </a:bodyPr>
            <a:lstStyle/>
            <a:p>
              <a:pPr algn="ctr">
                <a:defRPr/>
              </a:pPr>
              <a:r>
                <a:rPr lang="en-US" altLang="ko-KR" sz="1400" dirty="0">
                  <a:latin typeface="Arial"/>
                  <a:ea typeface="맑은 고딕"/>
                  <a:cs typeface="Arial"/>
                </a:rPr>
                <a:t>Find the file “</a:t>
              </a:r>
              <a:r>
                <a:rPr lang="en-US" altLang="ko-KR" sz="1400" dirty="0" err="1">
                  <a:latin typeface="Courier New" panose="02070309020205020404" pitchFamily="49" charset="0"/>
                  <a:ea typeface="맑은 고딕"/>
                  <a:cs typeface="Courier New" panose="02070309020205020404" pitchFamily="49" charset="0"/>
                </a:rPr>
                <a:t>a.out</a:t>
              </a:r>
              <a:r>
                <a:rPr lang="en-US" altLang="ko-KR" sz="1400" dirty="0">
                  <a:latin typeface="Arial"/>
                  <a:ea typeface="맑은 고딕"/>
                  <a:cs typeface="Arial"/>
                </a:rPr>
                <a:t>”!</a:t>
              </a:r>
              <a:endParaRPr lang="ko-KR" altLang="en-US" sz="1400" dirty="0">
                <a:latin typeface="Arial"/>
                <a:ea typeface="맑은 고딕"/>
                <a:cs typeface="Arial"/>
              </a:endParaRPr>
            </a:p>
          </p:txBody>
        </p:sp>
        <p:cxnSp>
          <p:nvCxnSpPr>
            <p:cNvPr id="15" name="직선 화살표 연결선 14"/>
            <p:cNvCxnSpPr/>
            <p:nvPr/>
          </p:nvCxnSpPr>
          <p:spPr>
            <a:xfrm>
              <a:off x="5091412" y="3194276"/>
              <a:ext cx="1751485" cy="0"/>
            </a:xfrm>
            <a:prstGeom prst="straightConnector1">
              <a:avLst/>
            </a:prstGeom>
            <a:noFill/>
            <a:ln w="12700" cap="flat" cmpd="sng" algn="ctr">
              <a:solidFill>
                <a:sysClr val="windowText" lastClr="000000"/>
              </a:solidFill>
              <a:prstDash val="solid"/>
              <a:miter/>
              <a:tailEnd type="triangle"/>
            </a:ln>
            <a:effectLst/>
          </p:spPr>
        </p:cxnSp>
        <p:sp>
          <p:nvSpPr>
            <p:cNvPr id="16" name="TextBox 15"/>
            <p:cNvSpPr txBox="1"/>
            <p:nvPr/>
          </p:nvSpPr>
          <p:spPr>
            <a:xfrm>
              <a:off x="4978646" y="2886499"/>
              <a:ext cx="1914307" cy="307777"/>
            </a:xfrm>
            <a:prstGeom prst="rect">
              <a:avLst/>
            </a:prstGeom>
            <a:noFill/>
          </p:spPr>
          <p:txBody>
            <a:bodyPr wrap="none">
              <a:spAutoFit/>
            </a:bodyPr>
            <a:lstStyle/>
            <a:p>
              <a:pPr algn="ctr">
                <a:defRPr/>
              </a:pPr>
              <a:r>
                <a:rPr lang="en-US" altLang="ko-KR" sz="1400" dirty="0">
                  <a:latin typeface="Arial"/>
                  <a:ea typeface="맑은 고딕"/>
                  <a:cs typeface="Arial"/>
                </a:rPr>
                <a:t>Load the file “</a:t>
              </a:r>
              <a:r>
                <a:rPr lang="en-US" altLang="ko-KR" sz="1400" dirty="0" err="1">
                  <a:latin typeface="Courier New" panose="02070309020205020404" pitchFamily="49" charset="0"/>
                  <a:ea typeface="맑은 고딕"/>
                  <a:cs typeface="Courier New" panose="02070309020205020404" pitchFamily="49" charset="0"/>
                </a:rPr>
                <a:t>a.out</a:t>
              </a:r>
              <a:r>
                <a:rPr lang="en-US" altLang="ko-KR" sz="1400" dirty="0">
                  <a:latin typeface="Arial"/>
                  <a:ea typeface="맑은 고딕"/>
                  <a:cs typeface="Arial"/>
                </a:rPr>
                <a:t>”!</a:t>
              </a:r>
              <a:endParaRPr lang="ko-KR" altLang="en-US" sz="1400" dirty="0">
                <a:latin typeface="Arial"/>
                <a:ea typeface="맑은 고딕"/>
                <a:cs typeface="Arial"/>
              </a:endParaRPr>
            </a:p>
          </p:txBody>
        </p:sp>
        <p:cxnSp>
          <p:nvCxnSpPr>
            <p:cNvPr id="17" name="직선 화살표 연결선 16"/>
            <p:cNvCxnSpPr/>
            <p:nvPr/>
          </p:nvCxnSpPr>
          <p:spPr>
            <a:xfrm>
              <a:off x="5091412" y="3795315"/>
              <a:ext cx="1751485" cy="0"/>
            </a:xfrm>
            <a:prstGeom prst="straightConnector1">
              <a:avLst/>
            </a:prstGeom>
            <a:noFill/>
            <a:ln w="12700" cap="flat" cmpd="sng" algn="ctr">
              <a:solidFill>
                <a:sysClr val="windowText" lastClr="000000"/>
              </a:solidFill>
              <a:prstDash val="solid"/>
              <a:miter/>
              <a:tailEnd type="triangle"/>
            </a:ln>
            <a:effectLst/>
          </p:spPr>
        </p:cxnSp>
        <p:sp>
          <p:nvSpPr>
            <p:cNvPr id="18" name="TextBox 17"/>
            <p:cNvSpPr txBox="1"/>
            <p:nvPr/>
          </p:nvSpPr>
          <p:spPr>
            <a:xfrm>
              <a:off x="4975863" y="3278724"/>
              <a:ext cx="1925452" cy="523220"/>
            </a:xfrm>
            <a:prstGeom prst="rect">
              <a:avLst/>
            </a:prstGeom>
            <a:noFill/>
          </p:spPr>
          <p:txBody>
            <a:bodyPr wrap="none">
              <a:spAutoFit/>
            </a:bodyPr>
            <a:lstStyle/>
            <a:p>
              <a:pPr algn="ctr">
                <a:defRPr/>
              </a:pPr>
              <a:r>
                <a:rPr lang="en-US" altLang="ko-KR" sz="1400" dirty="0">
                  <a:latin typeface="Arial"/>
                  <a:ea typeface="맑은 고딕"/>
                  <a:cs typeface="Arial"/>
                </a:rPr>
                <a:t>Execute the “</a:t>
              </a:r>
              <a:r>
                <a:rPr lang="en-US" altLang="ko-KR" sz="1400" dirty="0" err="1">
                  <a:latin typeface="Courier New" panose="02070309020205020404" pitchFamily="49" charset="0"/>
                  <a:ea typeface="맑은 고딕"/>
                  <a:cs typeface="Courier New" panose="02070309020205020404" pitchFamily="49" charset="0"/>
                </a:rPr>
                <a:t>a.out</a:t>
              </a:r>
              <a:r>
                <a:rPr lang="en-US" altLang="ko-KR" sz="1400" dirty="0">
                  <a:latin typeface="Arial"/>
                  <a:ea typeface="맑은 고딕"/>
                  <a:cs typeface="Arial"/>
                </a:rPr>
                <a:t>”</a:t>
              </a:r>
            </a:p>
            <a:p>
              <a:pPr algn="ctr">
                <a:defRPr/>
              </a:pPr>
              <a:r>
                <a:rPr lang="en-US" altLang="ko-KR" sz="1400" dirty="0">
                  <a:latin typeface="Arial"/>
                  <a:ea typeface="맑은 고딕"/>
                  <a:cs typeface="Arial"/>
                </a:rPr>
                <a:t>from its main function!</a:t>
              </a:r>
              <a:endParaRPr lang="ko-KR" altLang="en-US" sz="1400" dirty="0">
                <a:latin typeface="Arial"/>
                <a:ea typeface="맑은 고딕"/>
                <a:cs typeface="Arial"/>
              </a:endParaRPr>
            </a:p>
          </p:txBody>
        </p:sp>
        <p:cxnSp>
          <p:nvCxnSpPr>
            <p:cNvPr id="19" name="직선 화살표 연결선 18"/>
            <p:cNvCxnSpPr/>
            <p:nvPr/>
          </p:nvCxnSpPr>
          <p:spPr>
            <a:xfrm flipH="1">
              <a:off x="2734408" y="3636648"/>
              <a:ext cx="1315915" cy="0"/>
            </a:xfrm>
            <a:prstGeom prst="straightConnector1">
              <a:avLst/>
            </a:prstGeom>
            <a:noFill/>
            <a:ln w="12700" cap="flat" cmpd="sng" algn="ctr">
              <a:solidFill>
                <a:sysClr val="windowText" lastClr="000000"/>
              </a:solidFill>
              <a:prstDash val="solid"/>
              <a:miter/>
              <a:tailEnd type="triangle"/>
            </a:ln>
            <a:effectLst/>
          </p:spPr>
        </p:cxnSp>
        <p:sp>
          <p:nvSpPr>
            <p:cNvPr id="20" name="TextBox 19"/>
            <p:cNvSpPr txBox="1"/>
            <p:nvPr/>
          </p:nvSpPr>
          <p:spPr>
            <a:xfrm>
              <a:off x="2719262" y="3309031"/>
              <a:ext cx="1286453" cy="297962"/>
            </a:xfrm>
            <a:prstGeom prst="rect">
              <a:avLst/>
            </a:prstGeom>
            <a:noFill/>
          </p:spPr>
          <p:txBody>
            <a:bodyPr wrap="none">
              <a:spAutoFit/>
            </a:bodyPr>
            <a:lstStyle/>
            <a:p>
              <a:pPr algn="ctr">
                <a:defRPr/>
              </a:pPr>
              <a:r>
                <a:rPr lang="en-US" altLang="ko-KR" sz="1400">
                  <a:latin typeface="Arial"/>
                  <a:ea typeface="맑은 고딕"/>
                  <a:cs typeface="Arial"/>
                </a:rPr>
                <a:t>Return results</a:t>
              </a:r>
              <a:endParaRPr lang="ko-KR" altLang="en-US" sz="1400">
                <a:latin typeface="Arial"/>
                <a:ea typeface="맑은 고딕"/>
                <a:cs typeface="Arial"/>
              </a:endParaRPr>
            </a:p>
          </p:txBody>
        </p:sp>
      </p:grpSp>
      <p:pic>
        <p:nvPicPr>
          <p:cNvPr id="22" name="그림 21"/>
          <p:cNvPicPr>
            <a:picLocks noChangeAspect="1"/>
          </p:cNvPicPr>
          <p:nvPr/>
        </p:nvPicPr>
        <p:blipFill rotWithShape="1">
          <a:blip r:embed="rId5"/>
          <a:stretch>
            <a:fillRect/>
          </a:stretch>
        </p:blipFill>
        <p:spPr>
          <a:xfrm>
            <a:off x="5600975" y="2667000"/>
            <a:ext cx="837924" cy="762000"/>
          </a:xfrm>
          <a:prstGeom prst="rect">
            <a:avLst/>
          </a:prstGeom>
        </p:spPr>
      </p:pic>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C5A3E193-5F21-8F2B-9F38-027E4AE82187}"/>
              </a:ext>
            </a:extLst>
          </p:cNvPr>
          <p:cNvSpPr>
            <a:spLocks noGrp="1"/>
          </p:cNvSpPr>
          <p:nvPr>
            <p:ph type="sldNum" sz="quarter" idx="12"/>
          </p:nvPr>
        </p:nvSpPr>
        <p:spPr/>
        <p:txBody>
          <a:bodyPr/>
          <a:lstStyle/>
          <a:p>
            <a:r>
              <a:rPr lang="en-US" altLang="ko-KR"/>
              <a:t>-</a:t>
            </a:r>
            <a:fld id="{3D16D23B-24D6-455E-BBD7-6975BEA16FD4}" type="slidenum">
              <a:rPr lang="ko-KR" altLang="en-US" smtClean="0"/>
              <a:pPr/>
              <a:t>3</a:t>
            </a:fld>
            <a:r>
              <a:rPr lang="en-US" altLang="ko-KR"/>
              <a:t>-</a:t>
            </a:r>
            <a:endParaRPr lang="ko-KR" altLang="en-US" dirty="0"/>
          </a:p>
        </p:txBody>
      </p:sp>
      <p:sp>
        <p:nvSpPr>
          <p:cNvPr id="3" name="제목 2">
            <a:extLst>
              <a:ext uri="{FF2B5EF4-FFF2-40B4-BE49-F238E27FC236}">
                <a16:creationId xmlns:a16="http://schemas.microsoft.com/office/drawing/2014/main" id="{3DC7BF8A-C7C0-E8A7-6725-2B8AF6A318FE}"/>
              </a:ext>
            </a:extLst>
          </p:cNvPr>
          <p:cNvSpPr>
            <a:spLocks noGrp="1"/>
          </p:cNvSpPr>
          <p:nvPr>
            <p:ph type="title"/>
          </p:nvPr>
        </p:nvSpPr>
        <p:spPr/>
        <p:txBody>
          <a:bodyPr/>
          <a:lstStyle/>
          <a:p>
            <a:r>
              <a:rPr lang="en-US" altLang="ko-KR" dirty="0"/>
              <a:t>Basic Shell Flow</a:t>
            </a:r>
            <a:endParaRPr lang="ko-KR" altLang="en-US" dirty="0"/>
          </a:p>
        </p:txBody>
      </p:sp>
      <p:grpSp>
        <p:nvGrpSpPr>
          <p:cNvPr id="27" name="그룹 26">
            <a:extLst>
              <a:ext uri="{FF2B5EF4-FFF2-40B4-BE49-F238E27FC236}">
                <a16:creationId xmlns:a16="http://schemas.microsoft.com/office/drawing/2014/main" id="{CB009978-8E3D-4740-B398-D90DFB5C58A1}"/>
              </a:ext>
            </a:extLst>
          </p:cNvPr>
          <p:cNvGrpSpPr/>
          <p:nvPr/>
        </p:nvGrpSpPr>
        <p:grpSpPr>
          <a:xfrm>
            <a:off x="4259289" y="1145189"/>
            <a:ext cx="4544335" cy="4776080"/>
            <a:chOff x="7590774" y="1079135"/>
            <a:chExt cx="4544335" cy="4776080"/>
          </a:xfrm>
        </p:grpSpPr>
        <p:grpSp>
          <p:nvGrpSpPr>
            <p:cNvPr id="5" name="그룹 4">
              <a:extLst>
                <a:ext uri="{FF2B5EF4-FFF2-40B4-BE49-F238E27FC236}">
                  <a16:creationId xmlns:a16="http://schemas.microsoft.com/office/drawing/2014/main" id="{45F3A503-4732-2009-24ED-0790D6078C8A}"/>
                </a:ext>
              </a:extLst>
            </p:cNvPr>
            <p:cNvGrpSpPr/>
            <p:nvPr/>
          </p:nvGrpSpPr>
          <p:grpSpPr>
            <a:xfrm>
              <a:off x="7590774" y="1079135"/>
              <a:ext cx="4544335" cy="4776080"/>
              <a:chOff x="6638795" y="987210"/>
              <a:chExt cx="4544335" cy="4776080"/>
            </a:xfrm>
          </p:grpSpPr>
          <p:sp>
            <p:nvSpPr>
              <p:cNvPr id="6" name="TextBox 5">
                <a:extLst>
                  <a:ext uri="{FF2B5EF4-FFF2-40B4-BE49-F238E27FC236}">
                    <a16:creationId xmlns:a16="http://schemas.microsoft.com/office/drawing/2014/main" id="{18A42B8B-E7D9-81FF-C7EA-3B9B8CA59D5E}"/>
                  </a:ext>
                </a:extLst>
              </p:cNvPr>
              <p:cNvSpPr txBox="1"/>
              <p:nvPr/>
            </p:nvSpPr>
            <p:spPr>
              <a:xfrm>
                <a:off x="6638795" y="987210"/>
                <a:ext cx="1853852" cy="338554"/>
              </a:xfrm>
              <a:prstGeom prst="rect">
                <a:avLst/>
              </a:prstGeom>
              <a:solidFill>
                <a:schemeClr val="accent3"/>
              </a:solidFill>
              <a:ln>
                <a:solidFill>
                  <a:schemeClr val="tx1"/>
                </a:solidFill>
              </a:ln>
            </p:spPr>
            <p:txBody>
              <a:bodyPr wrap="square" rtlCol="0">
                <a:spAutoFit/>
              </a:bodyPr>
              <a:lstStyle/>
              <a:p>
                <a:pPr algn="ctr"/>
                <a:r>
                  <a:rPr lang="en-US" altLang="ko-KR" sz="1600" dirty="0"/>
                  <a:t>Prompt ($)</a:t>
                </a:r>
                <a:endParaRPr lang="ko-KR" altLang="en-US" sz="1600" dirty="0"/>
              </a:p>
            </p:txBody>
          </p:sp>
          <p:sp>
            <p:nvSpPr>
              <p:cNvPr id="7" name="TextBox 6">
                <a:extLst>
                  <a:ext uri="{FF2B5EF4-FFF2-40B4-BE49-F238E27FC236}">
                    <a16:creationId xmlns:a16="http://schemas.microsoft.com/office/drawing/2014/main" id="{10F9EE11-B50F-5ECE-7F68-845E53E72BC4}"/>
                  </a:ext>
                </a:extLst>
              </p:cNvPr>
              <p:cNvSpPr txBox="1"/>
              <p:nvPr/>
            </p:nvSpPr>
            <p:spPr>
              <a:xfrm>
                <a:off x="6638795" y="1635050"/>
                <a:ext cx="1853852" cy="584775"/>
              </a:xfrm>
              <a:prstGeom prst="rect">
                <a:avLst/>
              </a:prstGeom>
              <a:solidFill>
                <a:schemeClr val="accent3"/>
              </a:solidFill>
              <a:ln>
                <a:solidFill>
                  <a:schemeClr val="tx1"/>
                </a:solidFill>
              </a:ln>
            </p:spPr>
            <p:txBody>
              <a:bodyPr wrap="square" rtlCol="0">
                <a:spAutoFit/>
              </a:bodyPr>
              <a:lstStyle/>
              <a:p>
                <a:pPr algn="ctr"/>
                <a:r>
                  <a:rPr lang="en-US" altLang="ko-KR" sz="1600" dirty="0"/>
                  <a:t>Parse input command</a:t>
                </a:r>
                <a:endParaRPr lang="ko-KR" altLang="en-US" sz="1600" dirty="0"/>
              </a:p>
            </p:txBody>
          </p:sp>
          <p:sp>
            <p:nvSpPr>
              <p:cNvPr id="8" name="순서도: 판단 7">
                <a:extLst>
                  <a:ext uri="{FF2B5EF4-FFF2-40B4-BE49-F238E27FC236}">
                    <a16:creationId xmlns:a16="http://schemas.microsoft.com/office/drawing/2014/main" id="{3EB6D8ED-03F3-C155-5B8B-B3212EBF2781}"/>
                  </a:ext>
                </a:extLst>
              </p:cNvPr>
              <p:cNvSpPr/>
              <p:nvPr/>
            </p:nvSpPr>
            <p:spPr>
              <a:xfrm>
                <a:off x="6645145" y="3293673"/>
                <a:ext cx="1853852" cy="510893"/>
              </a:xfrm>
              <a:prstGeom prst="flowChartDecision">
                <a:avLst/>
              </a:prstGeom>
              <a:solidFill>
                <a:schemeClr val="accent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rPr>
                  <a:t>Execute</a:t>
                </a:r>
                <a:endParaRPr lang="ko-KR" altLang="en-US" sz="1600" dirty="0">
                  <a:solidFill>
                    <a:schemeClr val="tx1"/>
                  </a:solidFill>
                </a:endParaRPr>
              </a:p>
            </p:txBody>
          </p:sp>
          <p:sp>
            <p:nvSpPr>
              <p:cNvPr id="9" name="TextBox 8">
                <a:extLst>
                  <a:ext uri="{FF2B5EF4-FFF2-40B4-BE49-F238E27FC236}">
                    <a16:creationId xmlns:a16="http://schemas.microsoft.com/office/drawing/2014/main" id="{838B5B95-69F0-977F-344D-2A3CD5A179F0}"/>
                  </a:ext>
                </a:extLst>
              </p:cNvPr>
              <p:cNvSpPr txBox="1"/>
              <p:nvPr/>
            </p:nvSpPr>
            <p:spPr>
              <a:xfrm>
                <a:off x="9329278" y="3389384"/>
                <a:ext cx="1853852" cy="338554"/>
              </a:xfrm>
              <a:prstGeom prst="rect">
                <a:avLst/>
              </a:prstGeom>
              <a:solidFill>
                <a:schemeClr val="accent3"/>
              </a:solidFill>
              <a:ln>
                <a:solidFill>
                  <a:schemeClr val="tx1"/>
                </a:solidFill>
              </a:ln>
            </p:spPr>
            <p:txBody>
              <a:bodyPr wrap="square" rtlCol="0">
                <a:spAutoFit/>
              </a:bodyPr>
              <a:lstStyle/>
              <a:p>
                <a:pPr algn="ctr"/>
                <a:r>
                  <a:rPr lang="en-US" altLang="ko-KR" sz="1600" dirty="0"/>
                  <a:t>Child process</a:t>
                </a:r>
                <a:endParaRPr lang="ko-KR" altLang="en-US" sz="1600" dirty="0"/>
              </a:p>
            </p:txBody>
          </p:sp>
          <p:sp>
            <p:nvSpPr>
              <p:cNvPr id="10" name="TextBox 9">
                <a:extLst>
                  <a:ext uri="{FF2B5EF4-FFF2-40B4-BE49-F238E27FC236}">
                    <a16:creationId xmlns:a16="http://schemas.microsoft.com/office/drawing/2014/main" id="{BDC73CFB-CA7C-5C27-433F-7A6C80D09B86}"/>
                  </a:ext>
                </a:extLst>
              </p:cNvPr>
              <p:cNvSpPr txBox="1"/>
              <p:nvPr/>
            </p:nvSpPr>
            <p:spPr>
              <a:xfrm>
                <a:off x="9329278" y="4522368"/>
                <a:ext cx="1853852" cy="830997"/>
              </a:xfrm>
              <a:prstGeom prst="rect">
                <a:avLst/>
              </a:prstGeom>
              <a:solidFill>
                <a:schemeClr val="accent3"/>
              </a:solidFill>
              <a:ln>
                <a:solidFill>
                  <a:schemeClr val="tx1"/>
                </a:solidFill>
              </a:ln>
            </p:spPr>
            <p:txBody>
              <a:bodyPr wrap="square" rtlCol="0">
                <a:spAutoFit/>
              </a:bodyPr>
              <a:lstStyle/>
              <a:p>
                <a:pPr algn="ctr"/>
                <a:r>
                  <a:rPr lang="en-US" altLang="ko-KR" sz="1600" dirty="0"/>
                  <a:t>Processing</a:t>
                </a:r>
              </a:p>
              <a:p>
                <a:pPr algn="ctr"/>
                <a:r>
                  <a:rPr lang="en-US" altLang="ko-KR" sz="1600" dirty="0"/>
                  <a:t>(execute a new program)</a:t>
                </a:r>
                <a:endParaRPr lang="ko-KR" altLang="en-US" sz="1600" dirty="0"/>
              </a:p>
            </p:txBody>
          </p:sp>
          <p:sp>
            <p:nvSpPr>
              <p:cNvPr id="11" name="TextBox 10">
                <a:extLst>
                  <a:ext uri="{FF2B5EF4-FFF2-40B4-BE49-F238E27FC236}">
                    <a16:creationId xmlns:a16="http://schemas.microsoft.com/office/drawing/2014/main" id="{5EEE810D-2F73-FB72-501F-C2EFB4394261}"/>
                  </a:ext>
                </a:extLst>
              </p:cNvPr>
              <p:cNvSpPr txBox="1"/>
              <p:nvPr/>
            </p:nvSpPr>
            <p:spPr>
              <a:xfrm>
                <a:off x="6638795" y="4142279"/>
                <a:ext cx="1853852" cy="338554"/>
              </a:xfrm>
              <a:prstGeom prst="rect">
                <a:avLst/>
              </a:prstGeom>
              <a:solidFill>
                <a:schemeClr val="accent3"/>
              </a:solidFill>
              <a:ln>
                <a:solidFill>
                  <a:schemeClr val="tx1"/>
                </a:solidFill>
              </a:ln>
            </p:spPr>
            <p:txBody>
              <a:bodyPr wrap="square" rtlCol="0">
                <a:spAutoFit/>
              </a:bodyPr>
              <a:lstStyle/>
              <a:p>
                <a:pPr algn="ctr"/>
                <a:r>
                  <a:rPr lang="en-US" altLang="ko-KR" sz="1600" dirty="0"/>
                  <a:t>Processing</a:t>
                </a:r>
                <a:endParaRPr lang="ko-KR" altLang="en-US" sz="1600" dirty="0"/>
              </a:p>
            </p:txBody>
          </p:sp>
          <p:sp>
            <p:nvSpPr>
              <p:cNvPr id="12" name="TextBox 11">
                <a:extLst>
                  <a:ext uri="{FF2B5EF4-FFF2-40B4-BE49-F238E27FC236}">
                    <a16:creationId xmlns:a16="http://schemas.microsoft.com/office/drawing/2014/main" id="{1DE4C1E7-6CA6-06E9-5AE3-22B8BF366A90}"/>
                  </a:ext>
                </a:extLst>
              </p:cNvPr>
              <p:cNvSpPr txBox="1"/>
              <p:nvPr/>
            </p:nvSpPr>
            <p:spPr>
              <a:xfrm>
                <a:off x="6638795" y="5418386"/>
                <a:ext cx="1853852" cy="338554"/>
              </a:xfrm>
              <a:prstGeom prst="rect">
                <a:avLst/>
              </a:prstGeom>
              <a:solidFill>
                <a:schemeClr val="accent3"/>
              </a:solidFill>
              <a:ln>
                <a:solidFill>
                  <a:schemeClr val="tx1"/>
                </a:solidFill>
              </a:ln>
            </p:spPr>
            <p:txBody>
              <a:bodyPr wrap="square" rtlCol="0">
                <a:spAutoFit/>
              </a:bodyPr>
              <a:lstStyle/>
              <a:p>
                <a:pPr algn="ctr"/>
                <a:r>
                  <a:rPr lang="en-US" altLang="ko-KR" sz="1600" dirty="0"/>
                  <a:t>Wait</a:t>
                </a:r>
                <a:r>
                  <a:rPr lang="ko-KR" altLang="en-US" sz="1600" dirty="0"/>
                  <a:t> </a:t>
                </a:r>
                <a:r>
                  <a:rPr lang="en-US" altLang="ko-KR" sz="1600" dirty="0"/>
                  <a:t>for the child</a:t>
                </a:r>
                <a:endParaRPr lang="ko-KR" altLang="en-US" sz="1600" dirty="0"/>
              </a:p>
            </p:txBody>
          </p:sp>
          <p:cxnSp>
            <p:nvCxnSpPr>
              <p:cNvPr id="13" name="직선 화살표 연결선 12">
                <a:extLst>
                  <a:ext uri="{FF2B5EF4-FFF2-40B4-BE49-F238E27FC236}">
                    <a16:creationId xmlns:a16="http://schemas.microsoft.com/office/drawing/2014/main" id="{5E05C71D-AE19-6AE9-609D-51BDAD9E773A}"/>
                  </a:ext>
                </a:extLst>
              </p:cNvPr>
              <p:cNvCxnSpPr>
                <a:cxnSpLocks/>
                <a:stCxn id="6" idx="2"/>
                <a:endCxn id="7" idx="0"/>
              </p:cNvCxnSpPr>
              <p:nvPr/>
            </p:nvCxnSpPr>
            <p:spPr>
              <a:xfrm>
                <a:off x="7565721" y="1325764"/>
                <a:ext cx="0" cy="30928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직선 화살표 연결선 13">
                <a:extLst>
                  <a:ext uri="{FF2B5EF4-FFF2-40B4-BE49-F238E27FC236}">
                    <a16:creationId xmlns:a16="http://schemas.microsoft.com/office/drawing/2014/main" id="{E91524E0-FF68-19CA-7E66-6C79C83DAF6D}"/>
                  </a:ext>
                </a:extLst>
              </p:cNvPr>
              <p:cNvCxnSpPr>
                <a:cxnSpLocks/>
                <a:stCxn id="28" idx="2"/>
                <a:endCxn id="8" idx="0"/>
              </p:cNvCxnSpPr>
              <p:nvPr/>
            </p:nvCxnSpPr>
            <p:spPr>
              <a:xfrm>
                <a:off x="7572071" y="2884986"/>
                <a:ext cx="0" cy="40868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직선 화살표 연결선 14">
                <a:extLst>
                  <a:ext uri="{FF2B5EF4-FFF2-40B4-BE49-F238E27FC236}">
                    <a16:creationId xmlns:a16="http://schemas.microsoft.com/office/drawing/2014/main" id="{28050B1F-1282-D796-39B8-A95F67B93881}"/>
                  </a:ext>
                </a:extLst>
              </p:cNvPr>
              <p:cNvCxnSpPr>
                <a:stCxn id="8" idx="3"/>
                <a:endCxn id="9" idx="1"/>
              </p:cNvCxnSpPr>
              <p:nvPr/>
            </p:nvCxnSpPr>
            <p:spPr>
              <a:xfrm>
                <a:off x="8498997" y="3549120"/>
                <a:ext cx="830281" cy="95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직선 화살표 연결선 17">
                <a:extLst>
                  <a:ext uri="{FF2B5EF4-FFF2-40B4-BE49-F238E27FC236}">
                    <a16:creationId xmlns:a16="http://schemas.microsoft.com/office/drawing/2014/main" id="{655D300F-19EB-3D72-71DA-7734455D3F01}"/>
                  </a:ext>
                </a:extLst>
              </p:cNvPr>
              <p:cNvCxnSpPr>
                <a:cxnSpLocks/>
                <a:stCxn id="9" idx="2"/>
                <a:endCxn id="10" idx="0"/>
              </p:cNvCxnSpPr>
              <p:nvPr/>
            </p:nvCxnSpPr>
            <p:spPr>
              <a:xfrm>
                <a:off x="10256204" y="3727938"/>
                <a:ext cx="0" cy="7944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직선 화살표 연결선 18">
                <a:extLst>
                  <a:ext uri="{FF2B5EF4-FFF2-40B4-BE49-F238E27FC236}">
                    <a16:creationId xmlns:a16="http://schemas.microsoft.com/office/drawing/2014/main" id="{8210E19B-6F47-3D8F-69BC-77355DABA62A}"/>
                  </a:ext>
                </a:extLst>
              </p:cNvPr>
              <p:cNvCxnSpPr>
                <a:cxnSpLocks/>
                <a:endCxn id="11" idx="0"/>
              </p:cNvCxnSpPr>
              <p:nvPr/>
            </p:nvCxnSpPr>
            <p:spPr>
              <a:xfrm>
                <a:off x="7565721" y="3802464"/>
                <a:ext cx="0" cy="3398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직선 화살표 연결선 19">
                <a:extLst>
                  <a:ext uri="{FF2B5EF4-FFF2-40B4-BE49-F238E27FC236}">
                    <a16:creationId xmlns:a16="http://schemas.microsoft.com/office/drawing/2014/main" id="{F52EFE3E-B3AF-D785-B85E-E4E866935F0A}"/>
                  </a:ext>
                </a:extLst>
              </p:cNvPr>
              <p:cNvCxnSpPr>
                <a:cxnSpLocks/>
                <a:stCxn id="10" idx="1"/>
              </p:cNvCxnSpPr>
              <p:nvPr/>
            </p:nvCxnSpPr>
            <p:spPr>
              <a:xfrm flipH="1">
                <a:off x="7572072" y="4937867"/>
                <a:ext cx="1757206" cy="68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직선 화살표 연결선 20">
                <a:extLst>
                  <a:ext uri="{FF2B5EF4-FFF2-40B4-BE49-F238E27FC236}">
                    <a16:creationId xmlns:a16="http://schemas.microsoft.com/office/drawing/2014/main" id="{77ABD66E-57C6-EB97-7FF8-74337ED7BCFB}"/>
                  </a:ext>
                </a:extLst>
              </p:cNvPr>
              <p:cNvCxnSpPr>
                <a:cxnSpLocks/>
                <a:stCxn id="11" idx="2"/>
                <a:endCxn id="12" idx="0"/>
              </p:cNvCxnSpPr>
              <p:nvPr/>
            </p:nvCxnSpPr>
            <p:spPr>
              <a:xfrm>
                <a:off x="7565721" y="4480833"/>
                <a:ext cx="0" cy="93755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연결선: 꺾임 21">
                <a:extLst>
                  <a:ext uri="{FF2B5EF4-FFF2-40B4-BE49-F238E27FC236}">
                    <a16:creationId xmlns:a16="http://schemas.microsoft.com/office/drawing/2014/main" id="{0D3C0734-082D-3BF1-576D-9EC25181F1AC}"/>
                  </a:ext>
                </a:extLst>
              </p:cNvPr>
              <p:cNvCxnSpPr>
                <a:cxnSpLocks/>
                <a:stCxn id="12" idx="2"/>
                <a:endCxn id="6" idx="0"/>
              </p:cNvCxnSpPr>
              <p:nvPr/>
            </p:nvCxnSpPr>
            <p:spPr>
              <a:xfrm rot="5400000" flipH="1">
                <a:off x="5180856" y="3372075"/>
                <a:ext cx="4769730" cy="12700"/>
              </a:xfrm>
              <a:prstGeom prst="bentConnector5">
                <a:avLst>
                  <a:gd name="adj1" fmla="val -4793"/>
                  <a:gd name="adj2" fmla="val 9098630"/>
                  <a:gd name="adj3" fmla="val 10479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3" name="TextBox 22">
              <a:extLst>
                <a:ext uri="{FF2B5EF4-FFF2-40B4-BE49-F238E27FC236}">
                  <a16:creationId xmlns:a16="http://schemas.microsoft.com/office/drawing/2014/main" id="{7925AAEB-F609-1335-5B80-6858F98A4070}"/>
                </a:ext>
              </a:extLst>
            </p:cNvPr>
            <p:cNvSpPr txBox="1"/>
            <p:nvPr/>
          </p:nvSpPr>
          <p:spPr>
            <a:xfrm>
              <a:off x="9367447" y="3311856"/>
              <a:ext cx="952312" cy="369332"/>
            </a:xfrm>
            <a:prstGeom prst="rect">
              <a:avLst/>
            </a:prstGeom>
            <a:noFill/>
          </p:spPr>
          <p:txBody>
            <a:bodyPr wrap="none" rtlCol="0">
              <a:spAutoFit/>
            </a:bodyPr>
            <a:lstStyle/>
            <a:p>
              <a:r>
                <a:rPr lang="en-US" altLang="ko-KR" dirty="0"/>
                <a:t>External</a:t>
              </a:r>
              <a:endParaRPr lang="ko-KR" altLang="en-US" dirty="0"/>
            </a:p>
          </p:txBody>
        </p:sp>
        <p:sp>
          <p:nvSpPr>
            <p:cNvPr id="24" name="TextBox 23">
              <a:extLst>
                <a:ext uri="{FF2B5EF4-FFF2-40B4-BE49-F238E27FC236}">
                  <a16:creationId xmlns:a16="http://schemas.microsoft.com/office/drawing/2014/main" id="{86E36A5F-BA53-084A-FB26-4384EE70E6F5}"/>
                </a:ext>
              </a:extLst>
            </p:cNvPr>
            <p:cNvSpPr txBox="1"/>
            <p:nvPr/>
          </p:nvSpPr>
          <p:spPr>
            <a:xfrm>
              <a:off x="8539895" y="3858522"/>
              <a:ext cx="917431" cy="369332"/>
            </a:xfrm>
            <a:prstGeom prst="rect">
              <a:avLst/>
            </a:prstGeom>
            <a:noFill/>
          </p:spPr>
          <p:txBody>
            <a:bodyPr wrap="none" rtlCol="0">
              <a:spAutoFit/>
            </a:bodyPr>
            <a:lstStyle/>
            <a:p>
              <a:r>
                <a:rPr lang="en-US" altLang="ko-KR" dirty="0"/>
                <a:t>Internal</a:t>
              </a:r>
              <a:endParaRPr lang="ko-KR" altLang="en-US" dirty="0"/>
            </a:p>
          </p:txBody>
        </p:sp>
        <p:sp>
          <p:nvSpPr>
            <p:cNvPr id="28" name="TextBox 27">
              <a:extLst>
                <a:ext uri="{FF2B5EF4-FFF2-40B4-BE49-F238E27FC236}">
                  <a16:creationId xmlns:a16="http://schemas.microsoft.com/office/drawing/2014/main" id="{8FD835D0-ECB7-44C5-9F28-9EF23F8AC81E}"/>
                </a:ext>
              </a:extLst>
            </p:cNvPr>
            <p:cNvSpPr txBox="1"/>
            <p:nvPr/>
          </p:nvSpPr>
          <p:spPr>
            <a:xfrm>
              <a:off x="7597124" y="2638357"/>
              <a:ext cx="1853852" cy="338554"/>
            </a:xfrm>
            <a:prstGeom prst="rect">
              <a:avLst/>
            </a:prstGeom>
            <a:solidFill>
              <a:schemeClr val="accent3"/>
            </a:solidFill>
            <a:ln>
              <a:solidFill>
                <a:schemeClr val="tx1"/>
              </a:solidFill>
            </a:ln>
          </p:spPr>
          <p:txBody>
            <a:bodyPr wrap="square" rtlCol="0">
              <a:spAutoFit/>
            </a:bodyPr>
            <a:lstStyle/>
            <a:p>
              <a:pPr algn="ctr"/>
              <a:r>
                <a:rPr lang="en-US" altLang="ko-KR" sz="1600" dirty="0"/>
                <a:t>I/O</a:t>
              </a:r>
              <a:r>
                <a:rPr lang="ko-KR" altLang="en-US" sz="1600" dirty="0"/>
                <a:t> </a:t>
              </a:r>
              <a:r>
                <a:rPr lang="en-US" altLang="ko-KR" sz="1600" dirty="0"/>
                <a:t>&amp;</a:t>
              </a:r>
              <a:r>
                <a:rPr lang="ko-KR" altLang="en-US" sz="1600" dirty="0"/>
                <a:t> </a:t>
              </a:r>
              <a:r>
                <a:rPr lang="en-US" altLang="ko-KR" sz="1600" dirty="0"/>
                <a:t>Pipe</a:t>
              </a:r>
              <a:r>
                <a:rPr lang="ko-KR" altLang="en-US" sz="1600" dirty="0"/>
                <a:t> </a:t>
              </a:r>
              <a:r>
                <a:rPr lang="en-US" altLang="ko-KR" sz="1600" dirty="0"/>
                <a:t>setup</a:t>
              </a:r>
              <a:endParaRPr lang="ko-KR" altLang="en-US" sz="1600" dirty="0"/>
            </a:p>
          </p:txBody>
        </p:sp>
        <p:cxnSp>
          <p:nvCxnSpPr>
            <p:cNvPr id="33" name="직선 화살표 연결선 32">
              <a:extLst>
                <a:ext uri="{FF2B5EF4-FFF2-40B4-BE49-F238E27FC236}">
                  <a16:creationId xmlns:a16="http://schemas.microsoft.com/office/drawing/2014/main" id="{163323E5-A668-4ED3-BABA-77C53133994B}"/>
                </a:ext>
              </a:extLst>
            </p:cNvPr>
            <p:cNvCxnSpPr>
              <a:cxnSpLocks/>
              <a:stCxn id="7" idx="2"/>
              <a:endCxn id="28" idx="0"/>
            </p:cNvCxnSpPr>
            <p:nvPr/>
          </p:nvCxnSpPr>
          <p:spPr>
            <a:xfrm>
              <a:off x="8517700" y="2311750"/>
              <a:ext cx="6350" cy="32660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45937398-8953-4787-93C2-FD04383D59DD}"/>
              </a:ext>
            </a:extLst>
          </p:cNvPr>
          <p:cNvSpPr txBox="1"/>
          <p:nvPr/>
        </p:nvSpPr>
        <p:spPr>
          <a:xfrm>
            <a:off x="6259345" y="1169978"/>
            <a:ext cx="1680396" cy="369332"/>
          </a:xfrm>
          <a:prstGeom prst="rect">
            <a:avLst/>
          </a:prstGeom>
          <a:noFill/>
        </p:spPr>
        <p:txBody>
          <a:bodyPr wrap="none" rtlCol="0">
            <a:spAutoFit/>
          </a:bodyPr>
          <a:lstStyle/>
          <a:p>
            <a:r>
              <a:rPr lang="en-US" altLang="ko-KR" dirty="0"/>
              <a:t>1.Receive input</a:t>
            </a:r>
            <a:endParaRPr lang="ko-KR" altLang="en-US" dirty="0"/>
          </a:p>
        </p:txBody>
      </p:sp>
      <p:sp>
        <p:nvSpPr>
          <p:cNvPr id="31" name="TextBox 30">
            <a:extLst>
              <a:ext uri="{FF2B5EF4-FFF2-40B4-BE49-F238E27FC236}">
                <a16:creationId xmlns:a16="http://schemas.microsoft.com/office/drawing/2014/main" id="{E0F5A61D-D962-43B0-AC36-DB83CD5A4C73}"/>
              </a:ext>
            </a:extLst>
          </p:cNvPr>
          <p:cNvSpPr txBox="1"/>
          <p:nvPr/>
        </p:nvSpPr>
        <p:spPr>
          <a:xfrm>
            <a:off x="6255408" y="1942779"/>
            <a:ext cx="4912692" cy="369332"/>
          </a:xfrm>
          <a:prstGeom prst="rect">
            <a:avLst/>
          </a:prstGeom>
          <a:noFill/>
        </p:spPr>
        <p:txBody>
          <a:bodyPr wrap="none" rtlCol="0">
            <a:spAutoFit/>
          </a:bodyPr>
          <a:lstStyle/>
          <a:p>
            <a:r>
              <a:rPr lang="en-US" altLang="ko-KR" dirty="0"/>
              <a:t>2. Split command line into tokens &amp; handle quotes</a:t>
            </a:r>
            <a:endParaRPr lang="ko-KR" altLang="en-US" dirty="0"/>
          </a:p>
        </p:txBody>
      </p:sp>
      <p:sp>
        <p:nvSpPr>
          <p:cNvPr id="32" name="TextBox 31">
            <a:extLst>
              <a:ext uri="{FF2B5EF4-FFF2-40B4-BE49-F238E27FC236}">
                <a16:creationId xmlns:a16="http://schemas.microsoft.com/office/drawing/2014/main" id="{D2C30E52-E165-484B-8063-08613A1C06D8}"/>
              </a:ext>
            </a:extLst>
          </p:cNvPr>
          <p:cNvSpPr txBox="1"/>
          <p:nvPr/>
        </p:nvSpPr>
        <p:spPr>
          <a:xfrm>
            <a:off x="6255408" y="2576645"/>
            <a:ext cx="6071919" cy="615553"/>
          </a:xfrm>
          <a:prstGeom prst="rect">
            <a:avLst/>
          </a:prstGeom>
          <a:noFill/>
        </p:spPr>
        <p:txBody>
          <a:bodyPr wrap="none" rtlCol="0">
            <a:spAutoFit/>
          </a:bodyPr>
          <a:lstStyle/>
          <a:p>
            <a:r>
              <a:rPr lang="en-US" altLang="ko-KR" dirty="0"/>
              <a:t>3. Set up input/output redirections &amp; pipes between processes</a:t>
            </a:r>
          </a:p>
          <a:p>
            <a:pPr marL="285750" indent="-285750">
              <a:buFont typeface="Arial" panose="020B0604020202020204" pitchFamily="34" charset="0"/>
              <a:buChar char="•"/>
            </a:pPr>
            <a:r>
              <a:rPr lang="en-US" altLang="ko-KR" sz="1600" dirty="0"/>
              <a:t>replacing stdin(0), </a:t>
            </a:r>
            <a:r>
              <a:rPr lang="en-US" altLang="ko-KR" sz="1600" dirty="0" err="1"/>
              <a:t>stdout</a:t>
            </a:r>
            <a:r>
              <a:rPr lang="en-US" altLang="ko-KR" sz="1600" dirty="0"/>
              <a:t>(1), stderr(2) with files or pipes</a:t>
            </a:r>
            <a:endParaRPr lang="ko-KR" altLang="en-US" sz="1600" dirty="0"/>
          </a:p>
        </p:txBody>
      </p:sp>
      <p:sp>
        <p:nvSpPr>
          <p:cNvPr id="37" name="TextBox 36">
            <a:extLst>
              <a:ext uri="{FF2B5EF4-FFF2-40B4-BE49-F238E27FC236}">
                <a16:creationId xmlns:a16="http://schemas.microsoft.com/office/drawing/2014/main" id="{3BD548EE-A0C3-478F-AB3D-450522105A26}"/>
              </a:ext>
            </a:extLst>
          </p:cNvPr>
          <p:cNvSpPr txBox="1"/>
          <p:nvPr/>
        </p:nvSpPr>
        <p:spPr>
          <a:xfrm>
            <a:off x="249381" y="3547363"/>
            <a:ext cx="3702361" cy="2339102"/>
          </a:xfrm>
          <a:prstGeom prst="rect">
            <a:avLst/>
          </a:prstGeom>
          <a:noFill/>
        </p:spPr>
        <p:txBody>
          <a:bodyPr wrap="square" rtlCol="0">
            <a:spAutoFit/>
          </a:bodyPr>
          <a:lstStyle/>
          <a:p>
            <a:r>
              <a:rPr lang="en-US" altLang="ko-KR" dirty="0"/>
              <a:t>4. Execute 2 types of command</a:t>
            </a:r>
          </a:p>
          <a:p>
            <a:pPr marL="285750" indent="-285750">
              <a:buFont typeface="Arial" panose="020B0604020202020204" pitchFamily="34" charset="0"/>
              <a:buChar char="•"/>
            </a:pPr>
            <a:r>
              <a:rPr lang="en-US" altLang="ko-KR" sz="1600" dirty="0"/>
              <a:t>Built-in: cd, export, exit</a:t>
            </a:r>
          </a:p>
          <a:p>
            <a:pPr marL="742950" lvl="1" indent="-285750">
              <a:buFont typeface="Arial" panose="020B0604020202020204" pitchFamily="34" charset="0"/>
              <a:buChar char="•"/>
            </a:pPr>
            <a:r>
              <a:rPr lang="en-US" altLang="ko-KR" sz="1600" dirty="0"/>
              <a:t>Executed directly by the shell itself w/o creating a new process</a:t>
            </a:r>
          </a:p>
          <a:p>
            <a:pPr marL="285750" indent="-285750">
              <a:buFont typeface="Arial" panose="020B0604020202020204" pitchFamily="34" charset="0"/>
              <a:buChar char="•"/>
            </a:pPr>
            <a:r>
              <a:rPr lang="en-US" altLang="ko-KR" sz="1600" dirty="0"/>
              <a:t>External: ls, grep</a:t>
            </a:r>
          </a:p>
          <a:p>
            <a:pPr marL="742950" lvl="1" indent="-285750">
              <a:buFont typeface="Arial" panose="020B0604020202020204" pitchFamily="34" charset="0"/>
              <a:buChar char="•"/>
            </a:pPr>
            <a:r>
              <a:rPr lang="en-US" altLang="ko-KR" sz="1600" dirty="0"/>
              <a:t>Separate executable program</a:t>
            </a:r>
          </a:p>
          <a:p>
            <a:pPr marL="742950" lvl="1" indent="-285750">
              <a:buFont typeface="Arial" panose="020B0604020202020204" pitchFamily="34" charset="0"/>
              <a:buChar char="•"/>
            </a:pPr>
            <a:r>
              <a:rPr lang="en-US" altLang="ko-KR" sz="1600" dirty="0"/>
              <a:t>Find executable file using PATH</a:t>
            </a:r>
          </a:p>
          <a:p>
            <a:pPr marL="742950" lvl="1" indent="-285750">
              <a:buFont typeface="Arial" panose="020B0604020202020204" pitchFamily="34" charset="0"/>
              <a:buChar char="•"/>
            </a:pPr>
            <a:r>
              <a:rPr lang="en-US" altLang="ko-KR" sz="1600" dirty="0"/>
              <a:t>Create a new process and execute with fork()-&gt;exec*()</a:t>
            </a:r>
          </a:p>
        </p:txBody>
      </p:sp>
    </p:spTree>
    <p:extLst>
      <p:ext uri="{BB962C8B-B14F-4D97-AF65-F5344CB8AC3E}">
        <p14:creationId xmlns:p14="http://schemas.microsoft.com/office/powerpoint/2010/main" val="2426726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3A9B27F9-6006-D4DB-15FB-4B11ED864BEA}"/>
              </a:ext>
            </a:extLst>
          </p:cNvPr>
          <p:cNvSpPr>
            <a:spLocks noGrp="1"/>
          </p:cNvSpPr>
          <p:nvPr>
            <p:ph type="sldNum" sz="quarter" idx="12"/>
          </p:nvPr>
        </p:nvSpPr>
        <p:spPr/>
        <p:txBody>
          <a:bodyPr/>
          <a:lstStyle/>
          <a:p>
            <a:r>
              <a:rPr lang="en-US" altLang="ko-KR"/>
              <a:t>-</a:t>
            </a:r>
            <a:fld id="{3D16D23B-24D6-455E-BBD7-6975BEA16FD4}" type="slidenum">
              <a:rPr lang="ko-KR" altLang="en-US" smtClean="0"/>
              <a:pPr/>
              <a:t>4</a:t>
            </a:fld>
            <a:r>
              <a:rPr lang="en-US" altLang="ko-KR"/>
              <a:t>-</a:t>
            </a:r>
            <a:endParaRPr lang="ko-KR" altLang="en-US" dirty="0"/>
          </a:p>
        </p:txBody>
      </p:sp>
      <p:sp>
        <p:nvSpPr>
          <p:cNvPr id="3" name="제목 2">
            <a:extLst>
              <a:ext uri="{FF2B5EF4-FFF2-40B4-BE49-F238E27FC236}">
                <a16:creationId xmlns:a16="http://schemas.microsoft.com/office/drawing/2014/main" id="{1F882231-1726-08DA-C09D-CF83A44DE852}"/>
              </a:ext>
            </a:extLst>
          </p:cNvPr>
          <p:cNvSpPr>
            <a:spLocks noGrp="1"/>
          </p:cNvSpPr>
          <p:nvPr>
            <p:ph type="title"/>
          </p:nvPr>
        </p:nvSpPr>
        <p:spPr/>
        <p:txBody>
          <a:bodyPr/>
          <a:lstStyle/>
          <a:p>
            <a:r>
              <a:rPr lang="en-US" altLang="ko-KR" dirty="0"/>
              <a:t>Let’s make a simple shell - SNUSH</a:t>
            </a:r>
            <a:endParaRPr lang="ko-KR" altLang="en-US" dirty="0"/>
          </a:p>
        </p:txBody>
      </p:sp>
      <p:sp>
        <p:nvSpPr>
          <p:cNvPr id="4" name="텍스트 개체 틀 3">
            <a:extLst>
              <a:ext uri="{FF2B5EF4-FFF2-40B4-BE49-F238E27FC236}">
                <a16:creationId xmlns:a16="http://schemas.microsoft.com/office/drawing/2014/main" id="{17F5304C-D6C3-7476-D31E-51F2AF45C1CB}"/>
              </a:ext>
            </a:extLst>
          </p:cNvPr>
          <p:cNvSpPr>
            <a:spLocks noGrp="1"/>
          </p:cNvSpPr>
          <p:nvPr>
            <p:ph type="body" sz="quarter" idx="13"/>
          </p:nvPr>
        </p:nvSpPr>
        <p:spPr>
          <a:xfrm>
            <a:off x="350552" y="939800"/>
            <a:ext cx="11369963" cy="5166638"/>
          </a:xfrm>
        </p:spPr>
        <p:txBody>
          <a:bodyPr/>
          <a:lstStyle/>
          <a:p>
            <a:pPr marL="0" indent="0">
              <a:buNone/>
            </a:pPr>
            <a:r>
              <a:rPr lang="en-US" altLang="ko-KR" dirty="0"/>
              <a:t>Goal: Understand Unix processes, low-level I/O, and signal handling</a:t>
            </a:r>
          </a:p>
          <a:p>
            <a:pPr marL="0" indent="0">
              <a:buNone/>
            </a:pPr>
            <a:endParaRPr lang="en-US" altLang="ko-KR" sz="800" dirty="0"/>
          </a:p>
          <a:p>
            <a:pPr marL="0" indent="0">
              <a:buNone/>
            </a:pPr>
            <a:r>
              <a:rPr lang="en-US" altLang="ko-KR" dirty="0"/>
              <a:t>1. Implement basic shell functionality</a:t>
            </a:r>
          </a:p>
          <a:p>
            <a:pPr lvl="1"/>
            <a:r>
              <a:rPr lang="en-US" altLang="ko-KR" dirty="0"/>
              <a:t>Utilize parsed command line</a:t>
            </a:r>
          </a:p>
          <a:p>
            <a:pPr lvl="1"/>
            <a:r>
              <a:rPr lang="en-US" altLang="ko-KR" dirty="0"/>
              <a:t>Add job(s) to a job manager</a:t>
            </a:r>
          </a:p>
          <a:p>
            <a:pPr lvl="1"/>
            <a:r>
              <a:rPr lang="en-US" altLang="ko-KR" dirty="0"/>
              <a:t>External command execution</a:t>
            </a:r>
          </a:p>
          <a:p>
            <a:pPr lvl="1"/>
            <a:endParaRPr lang="en-US" altLang="ko-KR" dirty="0"/>
          </a:p>
          <a:p>
            <a:pPr marL="0" indent="0">
              <a:buNone/>
            </a:pPr>
            <a:r>
              <a:rPr lang="en-US" altLang="ko-KR" dirty="0"/>
              <a:t>2. Support</a:t>
            </a:r>
            <a:r>
              <a:rPr lang="ko-KR" altLang="en-US" dirty="0"/>
              <a:t> </a:t>
            </a:r>
            <a:r>
              <a:rPr lang="en-US" altLang="ko-KR" dirty="0"/>
              <a:t>for</a:t>
            </a:r>
            <a:r>
              <a:rPr lang="ko-KR" altLang="en-US" dirty="0"/>
              <a:t> </a:t>
            </a:r>
            <a:r>
              <a:rPr lang="en-US" altLang="ko-KR" dirty="0"/>
              <a:t>redirection (&lt;, &gt;)</a:t>
            </a:r>
          </a:p>
          <a:p>
            <a:pPr lvl="1"/>
            <a:r>
              <a:rPr lang="en-US" altLang="ko-KR" dirty="0"/>
              <a:t>Standard input redirection</a:t>
            </a:r>
          </a:p>
          <a:p>
            <a:pPr lvl="1"/>
            <a:r>
              <a:rPr lang="en-US" altLang="ko-KR" dirty="0"/>
              <a:t>Standard output redirection</a:t>
            </a:r>
          </a:p>
          <a:p>
            <a:pPr lvl="1"/>
            <a:endParaRPr lang="en-US" altLang="ko-KR" dirty="0"/>
          </a:p>
          <a:p>
            <a:pPr marL="0" indent="0">
              <a:buNone/>
            </a:pPr>
            <a:r>
              <a:rPr lang="en-US" altLang="ko-KR" dirty="0"/>
              <a:t>3. Support for pipe (|)</a:t>
            </a:r>
          </a:p>
          <a:p>
            <a:pPr lvl="1"/>
            <a:r>
              <a:rPr lang="en-US" altLang="ko-KR" dirty="0"/>
              <a:t>Single</a:t>
            </a:r>
            <a:r>
              <a:rPr lang="ko-KR" altLang="en-US" dirty="0"/>
              <a:t> </a:t>
            </a:r>
            <a:r>
              <a:rPr lang="en-US" altLang="ko-KR" dirty="0"/>
              <a:t>pipe support</a:t>
            </a:r>
          </a:p>
          <a:p>
            <a:pPr lvl="1"/>
            <a:r>
              <a:rPr lang="en-US" altLang="ko-KR" dirty="0"/>
              <a:t>Multiple</a:t>
            </a:r>
            <a:r>
              <a:rPr lang="ko-KR" altLang="en-US" dirty="0"/>
              <a:t> </a:t>
            </a:r>
            <a:r>
              <a:rPr lang="en-US" altLang="ko-KR" dirty="0"/>
              <a:t>pipe</a:t>
            </a:r>
            <a:r>
              <a:rPr lang="ko-KR" altLang="en-US" dirty="0"/>
              <a:t> </a:t>
            </a:r>
            <a:r>
              <a:rPr lang="en-US" altLang="ko-KR" dirty="0"/>
              <a:t>support</a:t>
            </a:r>
          </a:p>
        </p:txBody>
      </p:sp>
    </p:spTree>
    <p:extLst>
      <p:ext uri="{BB962C8B-B14F-4D97-AF65-F5344CB8AC3E}">
        <p14:creationId xmlns:p14="http://schemas.microsoft.com/office/powerpoint/2010/main" val="41524230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4CED6C6D-8819-EDA2-0C46-67B8299DA076}"/>
              </a:ext>
            </a:extLst>
          </p:cNvPr>
          <p:cNvSpPr>
            <a:spLocks noGrp="1"/>
          </p:cNvSpPr>
          <p:nvPr>
            <p:ph type="sldNum" sz="quarter" idx="12"/>
          </p:nvPr>
        </p:nvSpPr>
        <p:spPr/>
        <p:txBody>
          <a:bodyPr/>
          <a:lstStyle/>
          <a:p>
            <a:r>
              <a:rPr lang="en-US" altLang="ko-KR"/>
              <a:t>-</a:t>
            </a:r>
            <a:fld id="{3D16D23B-24D6-455E-BBD7-6975BEA16FD4}" type="slidenum">
              <a:rPr lang="ko-KR" altLang="en-US" smtClean="0"/>
              <a:pPr/>
              <a:t>5</a:t>
            </a:fld>
            <a:r>
              <a:rPr lang="en-US" altLang="ko-KR"/>
              <a:t>-</a:t>
            </a:r>
            <a:endParaRPr lang="ko-KR" altLang="en-US" dirty="0"/>
          </a:p>
        </p:txBody>
      </p:sp>
      <p:sp>
        <p:nvSpPr>
          <p:cNvPr id="3" name="제목 2">
            <a:extLst>
              <a:ext uri="{FF2B5EF4-FFF2-40B4-BE49-F238E27FC236}">
                <a16:creationId xmlns:a16="http://schemas.microsoft.com/office/drawing/2014/main" id="{FB10CCC0-3968-8FC0-0FC2-74AB73FD9D45}"/>
              </a:ext>
            </a:extLst>
          </p:cNvPr>
          <p:cNvSpPr>
            <a:spLocks noGrp="1"/>
          </p:cNvSpPr>
          <p:nvPr>
            <p:ph type="title"/>
          </p:nvPr>
        </p:nvSpPr>
        <p:spPr>
          <a:xfrm>
            <a:off x="350552" y="173467"/>
            <a:ext cx="11369963" cy="573577"/>
          </a:xfrm>
        </p:spPr>
        <p:txBody>
          <a:bodyPr/>
          <a:lstStyle/>
          <a:p>
            <a:r>
              <a:rPr lang="en-US" altLang="ko-KR" dirty="0"/>
              <a:t>Extra Credit for Background Process Support</a:t>
            </a:r>
            <a:endParaRPr lang="ko-KR" altLang="en-US" dirty="0"/>
          </a:p>
        </p:txBody>
      </p:sp>
      <p:sp>
        <p:nvSpPr>
          <p:cNvPr id="4" name="텍스트 개체 틀 3">
            <a:extLst>
              <a:ext uri="{FF2B5EF4-FFF2-40B4-BE49-F238E27FC236}">
                <a16:creationId xmlns:a16="http://schemas.microsoft.com/office/drawing/2014/main" id="{50B6611E-6B0D-BF1C-FE00-667886B1A036}"/>
              </a:ext>
            </a:extLst>
          </p:cNvPr>
          <p:cNvSpPr>
            <a:spLocks noGrp="1"/>
          </p:cNvSpPr>
          <p:nvPr>
            <p:ph type="body" sz="quarter" idx="13"/>
          </p:nvPr>
        </p:nvSpPr>
        <p:spPr/>
        <p:txBody>
          <a:bodyPr/>
          <a:lstStyle/>
          <a:p>
            <a:pPr marL="0" indent="0">
              <a:buNone/>
            </a:pPr>
            <a:r>
              <a:rPr lang="en-US" altLang="ko-KR" dirty="0"/>
              <a:t>4. Support</a:t>
            </a:r>
            <a:r>
              <a:rPr lang="ko-KR" altLang="en-US" dirty="0"/>
              <a:t> </a:t>
            </a:r>
            <a:r>
              <a:rPr lang="en-US" altLang="ko-KR" dirty="0"/>
              <a:t>for</a:t>
            </a:r>
            <a:r>
              <a:rPr lang="ko-KR" altLang="en-US" dirty="0"/>
              <a:t> </a:t>
            </a:r>
            <a:r>
              <a:rPr lang="en-US" altLang="ko-KR" dirty="0"/>
              <a:t>background process</a:t>
            </a:r>
          </a:p>
          <a:p>
            <a:pPr lvl="1"/>
            <a:r>
              <a:rPr lang="en-US" altLang="ko-KR" dirty="0"/>
              <a:t>Running a process in the background mode</a:t>
            </a:r>
            <a:r>
              <a:rPr lang="ko-KR" altLang="en-US" dirty="0"/>
              <a:t> </a:t>
            </a:r>
            <a:endParaRPr lang="en-US" altLang="ko-KR" dirty="0"/>
          </a:p>
          <a:p>
            <a:pPr lvl="1"/>
            <a:r>
              <a:rPr lang="en-US" altLang="ko-KR" dirty="0"/>
              <a:t>Handle the process when the background process terminates</a:t>
            </a:r>
            <a:endParaRPr lang="ko-KR" altLang="en-US" dirty="0"/>
          </a:p>
          <a:p>
            <a:endParaRPr lang="ko-KR" altLang="en-US" dirty="0"/>
          </a:p>
        </p:txBody>
      </p:sp>
    </p:spTree>
    <p:extLst>
      <p:ext uri="{BB962C8B-B14F-4D97-AF65-F5344CB8AC3E}">
        <p14:creationId xmlns:p14="http://schemas.microsoft.com/office/powerpoint/2010/main" val="4293163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C70EF8D-8882-4B17-7D14-E09DCF569B5E}"/>
              </a:ext>
            </a:extLst>
          </p:cNvPr>
          <p:cNvSpPr>
            <a:spLocks noGrp="1"/>
          </p:cNvSpPr>
          <p:nvPr>
            <p:ph type="ctrTitle"/>
          </p:nvPr>
        </p:nvSpPr>
        <p:spPr/>
        <p:txBody>
          <a:bodyPr/>
          <a:lstStyle/>
          <a:p>
            <a:r>
              <a:rPr lang="en-US" altLang="ko-KR" dirty="0"/>
              <a:t>Basic</a:t>
            </a:r>
            <a:r>
              <a:rPr lang="ko-KR" altLang="en-US" dirty="0"/>
              <a:t> </a:t>
            </a:r>
            <a:r>
              <a:rPr lang="en-US" altLang="ko-KR" dirty="0"/>
              <a:t>Shell</a:t>
            </a:r>
            <a:r>
              <a:rPr lang="ko-KR" altLang="en-US" dirty="0"/>
              <a:t> </a:t>
            </a:r>
            <a:r>
              <a:rPr lang="en-US" altLang="ko-KR" dirty="0"/>
              <a:t>Functions</a:t>
            </a:r>
            <a:endParaRPr lang="ko-KR" altLang="en-US" dirty="0"/>
          </a:p>
        </p:txBody>
      </p:sp>
      <p:sp>
        <p:nvSpPr>
          <p:cNvPr id="3" name="부제목 2">
            <a:extLst>
              <a:ext uri="{FF2B5EF4-FFF2-40B4-BE49-F238E27FC236}">
                <a16:creationId xmlns:a16="http://schemas.microsoft.com/office/drawing/2014/main" id="{C867A953-C69C-0A43-C47D-D06CBD44FFA5}"/>
              </a:ext>
            </a:extLst>
          </p:cNvPr>
          <p:cNvSpPr>
            <a:spLocks noGrp="1"/>
          </p:cNvSpPr>
          <p:nvPr>
            <p:ph type="subTitle" idx="1"/>
          </p:nvPr>
        </p:nvSpPr>
        <p:spPr/>
        <p:txBody>
          <a:bodyPr/>
          <a:lstStyle/>
          <a:p>
            <a:endParaRPr lang="ko-KR" altLang="en-US" dirty="0"/>
          </a:p>
        </p:txBody>
      </p:sp>
    </p:spTree>
    <p:extLst>
      <p:ext uri="{BB962C8B-B14F-4D97-AF65-F5344CB8AC3E}">
        <p14:creationId xmlns:p14="http://schemas.microsoft.com/office/powerpoint/2010/main" val="35244742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5DE29-E071-32AC-DEA3-28B8CC04A841}"/>
            </a:ext>
          </a:extLst>
        </p:cNvPr>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DCF3BF6-B4EE-3A3B-34FC-84F0EC97C71B}"/>
              </a:ext>
            </a:extLst>
          </p:cNvPr>
          <p:cNvSpPr>
            <a:spLocks noGrp="1"/>
          </p:cNvSpPr>
          <p:nvPr>
            <p:ph type="sldNum" sz="quarter" idx="12"/>
          </p:nvPr>
        </p:nvSpPr>
        <p:spPr/>
        <p:txBody>
          <a:bodyPr/>
          <a:lstStyle/>
          <a:p>
            <a:r>
              <a:rPr lang="en-US" altLang="ko-KR"/>
              <a:t>-</a:t>
            </a:r>
            <a:fld id="{3D16D23B-24D6-455E-BBD7-6975BEA16FD4}" type="slidenum">
              <a:rPr lang="ko-KR" altLang="en-US" smtClean="0"/>
              <a:pPr/>
              <a:t>7</a:t>
            </a:fld>
            <a:r>
              <a:rPr lang="en-US" altLang="ko-KR"/>
              <a:t>-</a:t>
            </a:r>
            <a:endParaRPr lang="ko-KR" altLang="en-US" dirty="0"/>
          </a:p>
        </p:txBody>
      </p:sp>
      <p:sp>
        <p:nvSpPr>
          <p:cNvPr id="3" name="제목 2">
            <a:extLst>
              <a:ext uri="{FF2B5EF4-FFF2-40B4-BE49-F238E27FC236}">
                <a16:creationId xmlns:a16="http://schemas.microsoft.com/office/drawing/2014/main" id="{40B2FC05-0C6F-2456-4CFA-7CBABD83D4F9}"/>
              </a:ext>
            </a:extLst>
          </p:cNvPr>
          <p:cNvSpPr>
            <a:spLocks noGrp="1"/>
          </p:cNvSpPr>
          <p:nvPr>
            <p:ph type="title"/>
          </p:nvPr>
        </p:nvSpPr>
        <p:spPr/>
        <p:txBody>
          <a:bodyPr/>
          <a:lstStyle/>
          <a:p>
            <a:r>
              <a:rPr lang="en-US" altLang="ko-KR" dirty="0"/>
              <a:t>APIs Behind Shell Execution</a:t>
            </a:r>
            <a:endParaRPr lang="ko-KR" altLang="en-US" dirty="0"/>
          </a:p>
        </p:txBody>
      </p:sp>
      <p:sp>
        <p:nvSpPr>
          <p:cNvPr id="4" name="텍스트 개체 틀 3">
            <a:extLst>
              <a:ext uri="{FF2B5EF4-FFF2-40B4-BE49-F238E27FC236}">
                <a16:creationId xmlns:a16="http://schemas.microsoft.com/office/drawing/2014/main" id="{2C8A66F1-77D2-E103-5F36-6BB005C2E66F}"/>
              </a:ext>
            </a:extLst>
          </p:cNvPr>
          <p:cNvSpPr>
            <a:spLocks noGrp="1"/>
          </p:cNvSpPr>
          <p:nvPr>
            <p:ph type="body" sz="quarter" idx="13"/>
          </p:nvPr>
        </p:nvSpPr>
        <p:spPr>
          <a:xfrm>
            <a:off x="225861" y="956426"/>
            <a:ext cx="11369963" cy="5140325"/>
          </a:xfrm>
        </p:spPr>
        <p:txBody>
          <a:bodyPr/>
          <a:lstStyle/>
          <a:p>
            <a:pPr marL="0" indent="0">
              <a:buNone/>
            </a:pPr>
            <a:r>
              <a:rPr lang="en-US" altLang="ko-KR" dirty="0">
                <a:ea typeface="Tahoma" panose="020B0604030504040204" pitchFamily="34" charset="0"/>
              </a:rPr>
              <a:t>Why do we have to create a new child process for an external command?</a:t>
            </a:r>
          </a:p>
          <a:p>
            <a:r>
              <a:rPr lang="en-US" altLang="ko-KR" sz="2000" dirty="0">
                <a:ea typeface="Tahoma" panose="020B0604030504040204" pitchFamily="34" charset="0"/>
              </a:rPr>
              <a:t>If executed directly on the shell, the shell process itself would be replaced and lost</a:t>
            </a:r>
          </a:p>
          <a:p>
            <a:r>
              <a:rPr lang="en-US" altLang="ko-KR" sz="2000" dirty="0">
                <a:ea typeface="Tahoma" panose="020B0604030504040204" pitchFamily="34" charset="0"/>
              </a:rPr>
              <a:t>OS runs exec() family of system calls to run a program</a:t>
            </a:r>
          </a:p>
          <a:p>
            <a:pPr lvl="1"/>
            <a:r>
              <a:rPr lang="en-US" altLang="ko-KR" sz="1600" dirty="0">
                <a:ea typeface="Tahoma" panose="020B0604030504040204" pitchFamily="34" charset="0"/>
              </a:rPr>
              <a:t>Replace code and data entirely </a:t>
            </a:r>
            <a:endParaRPr lang="en-US" altLang="ko-KR" dirty="0">
              <a:ea typeface="Tahoma" panose="020B0604030504040204" pitchFamily="34" charset="0"/>
            </a:endParaRPr>
          </a:p>
          <a:p>
            <a:endParaRPr lang="en-US" altLang="ko-KR" dirty="0">
              <a:ea typeface="Tahoma" panose="020B0604030504040204" pitchFamily="34" charset="0"/>
            </a:endParaRPr>
          </a:p>
          <a:p>
            <a:pPr lvl="1"/>
            <a:endParaRPr lang="en-US" altLang="ko-KR" dirty="0"/>
          </a:p>
        </p:txBody>
      </p:sp>
    </p:spTree>
    <p:extLst>
      <p:ext uri="{BB962C8B-B14F-4D97-AF65-F5344CB8AC3E}">
        <p14:creationId xmlns:p14="http://schemas.microsoft.com/office/powerpoint/2010/main" val="2620156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5DE29-E071-32AC-DEA3-28B8CC04A841}"/>
            </a:ext>
          </a:extLst>
        </p:cNvPr>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DCF3BF6-B4EE-3A3B-34FC-84F0EC97C71B}"/>
              </a:ext>
            </a:extLst>
          </p:cNvPr>
          <p:cNvSpPr>
            <a:spLocks noGrp="1"/>
          </p:cNvSpPr>
          <p:nvPr>
            <p:ph type="sldNum" sz="quarter" idx="12"/>
          </p:nvPr>
        </p:nvSpPr>
        <p:spPr/>
        <p:txBody>
          <a:bodyPr/>
          <a:lstStyle/>
          <a:p>
            <a:r>
              <a:rPr lang="en-US" altLang="ko-KR"/>
              <a:t>-</a:t>
            </a:r>
            <a:fld id="{3D16D23B-24D6-455E-BBD7-6975BEA16FD4}" type="slidenum">
              <a:rPr lang="ko-KR" altLang="en-US" smtClean="0"/>
              <a:pPr/>
              <a:t>8</a:t>
            </a:fld>
            <a:r>
              <a:rPr lang="en-US" altLang="ko-KR"/>
              <a:t>-</a:t>
            </a:r>
            <a:endParaRPr lang="ko-KR" altLang="en-US" dirty="0"/>
          </a:p>
        </p:txBody>
      </p:sp>
      <p:sp>
        <p:nvSpPr>
          <p:cNvPr id="3" name="제목 2">
            <a:extLst>
              <a:ext uri="{FF2B5EF4-FFF2-40B4-BE49-F238E27FC236}">
                <a16:creationId xmlns:a16="http://schemas.microsoft.com/office/drawing/2014/main" id="{40B2FC05-0C6F-2456-4CFA-7CBABD83D4F9}"/>
              </a:ext>
            </a:extLst>
          </p:cNvPr>
          <p:cNvSpPr>
            <a:spLocks noGrp="1"/>
          </p:cNvSpPr>
          <p:nvPr>
            <p:ph type="title"/>
          </p:nvPr>
        </p:nvSpPr>
        <p:spPr/>
        <p:txBody>
          <a:bodyPr/>
          <a:lstStyle/>
          <a:p>
            <a:r>
              <a:rPr lang="en-US" altLang="ko-KR" dirty="0"/>
              <a:t>APIs Behind Shell Execution</a:t>
            </a:r>
            <a:endParaRPr lang="ko-KR" altLang="en-US" dirty="0"/>
          </a:p>
        </p:txBody>
      </p:sp>
      <p:sp>
        <p:nvSpPr>
          <p:cNvPr id="4" name="텍스트 개체 틀 3">
            <a:extLst>
              <a:ext uri="{FF2B5EF4-FFF2-40B4-BE49-F238E27FC236}">
                <a16:creationId xmlns:a16="http://schemas.microsoft.com/office/drawing/2014/main" id="{2C8A66F1-77D2-E103-5F36-6BB005C2E66F}"/>
              </a:ext>
            </a:extLst>
          </p:cNvPr>
          <p:cNvSpPr>
            <a:spLocks noGrp="1"/>
          </p:cNvSpPr>
          <p:nvPr>
            <p:ph type="body" sz="quarter" idx="13"/>
          </p:nvPr>
        </p:nvSpPr>
        <p:spPr>
          <a:xfrm>
            <a:off x="225861" y="956426"/>
            <a:ext cx="11369963" cy="5140325"/>
          </a:xfrm>
        </p:spPr>
        <p:txBody>
          <a:bodyPr/>
          <a:lstStyle/>
          <a:p>
            <a:r>
              <a:rPr lang="en-US" altLang="ko-KR" dirty="0">
                <a:latin typeface="Courier New" panose="02070309020205020404" pitchFamily="49" charset="0"/>
                <a:cs typeface="Courier New" panose="02070309020205020404" pitchFamily="49" charset="0"/>
              </a:rPr>
              <a:t>fork()</a:t>
            </a:r>
            <a:r>
              <a:rPr lang="en-US" altLang="ko-KR" dirty="0"/>
              <a:t>creates a child process that duplicates the parent</a:t>
            </a:r>
          </a:p>
          <a:p>
            <a:pPr lvl="1"/>
            <a:r>
              <a:rPr lang="en-US" altLang="ko-KR" dirty="0"/>
              <a:t>Duplicate parent’s file descriptor table</a:t>
            </a:r>
          </a:p>
          <a:p>
            <a:pPr lvl="1"/>
            <a:r>
              <a:rPr lang="en-US" altLang="ko-KR" dirty="0"/>
              <a:t>Changes to FD numbers(e.g., close/dup) in one process don’t affect the other</a:t>
            </a:r>
          </a:p>
          <a:p>
            <a:pPr lvl="1"/>
            <a:r>
              <a:rPr lang="en-US" altLang="ko-KR" dirty="0"/>
              <a:t>The open file descriptions that the FD entries point to are shared.</a:t>
            </a:r>
          </a:p>
          <a:p>
            <a:pPr marL="457189" lvl="1" indent="0">
              <a:buNone/>
            </a:pPr>
            <a:endParaRPr lang="en-US" altLang="ko-KR" b="1" dirty="0">
              <a:ea typeface="Tahoma" panose="020B0604030504040204" pitchFamily="34" charset="0"/>
            </a:endParaRPr>
          </a:p>
          <a:p>
            <a:pPr marL="457189" lvl="1" indent="0">
              <a:buNone/>
            </a:pPr>
            <a:endParaRPr lang="en-US" altLang="ko-KR" b="1" dirty="0">
              <a:ea typeface="Tahoma" panose="020B0604030504040204" pitchFamily="34" charset="0"/>
            </a:endParaRPr>
          </a:p>
          <a:p>
            <a:pPr marL="457189" lvl="1" indent="0">
              <a:buNone/>
            </a:pPr>
            <a:endParaRPr lang="en-US" altLang="ko-KR" b="1" dirty="0">
              <a:ea typeface="Tahoma" panose="020B0604030504040204" pitchFamily="34" charset="0"/>
            </a:endParaRPr>
          </a:p>
          <a:p>
            <a:pPr marL="457189" lvl="1" indent="0">
              <a:buNone/>
            </a:pPr>
            <a:endParaRPr lang="en-US" altLang="ko-KR" b="1" dirty="0">
              <a:ea typeface="Tahoma" panose="020B0604030504040204" pitchFamily="34" charset="0"/>
            </a:endParaRPr>
          </a:p>
          <a:p>
            <a:r>
              <a:rPr lang="en-US" altLang="ko-KR" dirty="0" err="1">
                <a:latin typeface="Courier New" panose="02070309020205020404" pitchFamily="49" charset="0"/>
                <a:cs typeface="Courier New" panose="02070309020205020404" pitchFamily="49" charset="0"/>
              </a:rPr>
              <a:t>execvp</a:t>
            </a:r>
            <a:r>
              <a:rPr lang="en-US" altLang="ko-KR" dirty="0">
                <a:latin typeface="Courier New" panose="02070309020205020404" pitchFamily="49" charset="0"/>
                <a:cs typeface="Courier New" panose="02070309020205020404" pitchFamily="49" charset="0"/>
              </a:rPr>
              <a:t>(const char *__file, char const __</a:t>
            </a:r>
            <a:r>
              <a:rPr lang="en-US" altLang="ko-KR" dirty="0" err="1">
                <a:latin typeface="Courier New" panose="02070309020205020404" pitchFamily="49" charset="0"/>
                <a:cs typeface="Courier New" panose="02070309020205020404" pitchFamily="49" charset="0"/>
              </a:rPr>
              <a:t>argv</a:t>
            </a:r>
            <a:r>
              <a:rPr lang="en-US" altLang="ko-KR" dirty="0">
                <a:latin typeface="Courier New" panose="02070309020205020404" pitchFamily="49" charset="0"/>
                <a:cs typeface="Courier New" panose="02070309020205020404" pitchFamily="49" charset="0"/>
              </a:rPr>
              <a:t>[])</a:t>
            </a:r>
          </a:p>
          <a:p>
            <a:pPr lvl="1"/>
            <a:r>
              <a:rPr lang="en-US" altLang="ko-KR" dirty="0"/>
              <a:t>Automatically searches directory in $</a:t>
            </a:r>
            <a:r>
              <a:rPr lang="en-US" altLang="ko-KR" dirty="0">
                <a:latin typeface="Courier New" panose="02070309020205020404" pitchFamily="49" charset="0"/>
                <a:cs typeface="Courier New" panose="02070309020205020404" pitchFamily="49" charset="0"/>
              </a:rPr>
              <a:t>PATH(</a:t>
            </a:r>
            <a:r>
              <a:rPr lang="en-US" altLang="ko-KR" dirty="0">
                <a:ea typeface="Tahoma" panose="020B0604030504040204" pitchFamily="34" charset="0"/>
              </a:rPr>
              <a:t>env. var.</a:t>
            </a:r>
            <a:r>
              <a:rPr lang="en-US" altLang="ko-KR" dirty="0">
                <a:latin typeface="Courier New" panose="02070309020205020404" pitchFamily="49" charset="0"/>
                <a:cs typeface="Courier New" panose="02070309020205020404" pitchFamily="49" charset="0"/>
              </a:rPr>
              <a:t>)</a:t>
            </a:r>
            <a:r>
              <a:rPr lang="en-US" altLang="ko-KR" dirty="0"/>
              <a:t> to find executable binary if it contains no slashes in </a:t>
            </a:r>
            <a:r>
              <a:rPr lang="en-US" altLang="ko-KR" dirty="0">
                <a:latin typeface="Courier New" panose="02070309020205020404" pitchFamily="49" charset="0"/>
                <a:cs typeface="Courier New" panose="02070309020205020404" pitchFamily="49" charset="0"/>
              </a:rPr>
              <a:t>file.</a:t>
            </a:r>
            <a:endParaRPr lang="en-US" altLang="ko-KR" dirty="0"/>
          </a:p>
          <a:p>
            <a:pPr lvl="2"/>
            <a:r>
              <a:rPr lang="en-US" altLang="ko-KR" dirty="0"/>
              <a:t>EX)</a:t>
            </a:r>
            <a:r>
              <a:rPr lang="en-US" altLang="ko-KR" dirty="0">
                <a:latin typeface="Courier New" panose="02070309020205020404" pitchFamily="49" charset="0"/>
                <a:cs typeface="Courier New" panose="02070309020205020404" pitchFamily="49" charset="0"/>
              </a:rPr>
              <a:t>“ls</a:t>
            </a:r>
            <a:r>
              <a:rPr lang="en-US" altLang="ko-KR" dirty="0"/>
              <a:t>” instead of “</a:t>
            </a:r>
            <a:r>
              <a:rPr lang="en-US" altLang="ko-KR" dirty="0">
                <a:latin typeface="Courier New" panose="02070309020205020404" pitchFamily="49" charset="0"/>
                <a:cs typeface="Courier New" panose="02070309020205020404" pitchFamily="49" charset="0"/>
              </a:rPr>
              <a:t>/</a:t>
            </a:r>
            <a:r>
              <a:rPr lang="en-US" altLang="ko-KR" dirty="0" err="1">
                <a:latin typeface="Courier New" panose="02070309020205020404" pitchFamily="49" charset="0"/>
                <a:cs typeface="Courier New" panose="02070309020205020404" pitchFamily="49" charset="0"/>
              </a:rPr>
              <a:t>usr</a:t>
            </a:r>
            <a:r>
              <a:rPr lang="en-US" altLang="ko-KR" dirty="0">
                <a:latin typeface="Courier New" panose="02070309020205020404" pitchFamily="49" charset="0"/>
                <a:cs typeface="Courier New" panose="02070309020205020404" pitchFamily="49" charset="0"/>
              </a:rPr>
              <a:t>/bin/ls</a:t>
            </a:r>
            <a:r>
              <a:rPr lang="en-US" altLang="ko-KR" dirty="0"/>
              <a:t>”</a:t>
            </a:r>
          </a:p>
          <a:p>
            <a:pPr lvl="1"/>
            <a:r>
              <a:rPr lang="en-US" altLang="ko-KR" dirty="0"/>
              <a:t>Replace the current process image with a new program</a:t>
            </a:r>
          </a:p>
          <a:p>
            <a:endParaRPr lang="en-US" altLang="ko-KR" dirty="0">
              <a:latin typeface="Courier New" panose="02070309020205020404" pitchFamily="49" charset="0"/>
              <a:cs typeface="Courier New" panose="02070309020205020404" pitchFamily="49" charset="0"/>
            </a:endParaRPr>
          </a:p>
          <a:p>
            <a:endParaRPr lang="en-US" altLang="ko-KR" dirty="0">
              <a:ea typeface="Tahoma" panose="020B0604030504040204" pitchFamily="34" charset="0"/>
            </a:endParaRPr>
          </a:p>
          <a:p>
            <a:pPr lvl="1"/>
            <a:endParaRPr lang="en-US" altLang="ko-KR" dirty="0"/>
          </a:p>
        </p:txBody>
      </p:sp>
      <p:grpSp>
        <p:nvGrpSpPr>
          <p:cNvPr id="7" name="그룹 6">
            <a:extLst>
              <a:ext uri="{FF2B5EF4-FFF2-40B4-BE49-F238E27FC236}">
                <a16:creationId xmlns:a16="http://schemas.microsoft.com/office/drawing/2014/main" id="{FE9A262B-77AC-42A5-8FED-471ECCEC2C5F}"/>
              </a:ext>
            </a:extLst>
          </p:cNvPr>
          <p:cNvGrpSpPr/>
          <p:nvPr/>
        </p:nvGrpSpPr>
        <p:grpSpPr>
          <a:xfrm>
            <a:off x="8074708" y="2528277"/>
            <a:ext cx="3646236" cy="900723"/>
            <a:chOff x="1107653" y="1018629"/>
            <a:chExt cx="6896941" cy="1905516"/>
          </a:xfrm>
        </p:grpSpPr>
        <p:sp>
          <p:nvSpPr>
            <p:cNvPr id="8" name="Text Box 4">
              <a:extLst>
                <a:ext uri="{FF2B5EF4-FFF2-40B4-BE49-F238E27FC236}">
                  <a16:creationId xmlns:a16="http://schemas.microsoft.com/office/drawing/2014/main" id="{C566AF08-2C05-47F5-99C5-13CC2503AA5B}"/>
                </a:ext>
              </a:extLst>
            </p:cNvPr>
            <p:cNvSpPr txBox="1">
              <a:spLocks noChangeArrowheads="1"/>
            </p:cNvSpPr>
            <p:nvPr/>
          </p:nvSpPr>
          <p:spPr bwMode="auto">
            <a:xfrm>
              <a:off x="1232694" y="1019145"/>
              <a:ext cx="2141282" cy="553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050" b="0" dirty="0">
                  <a:latin typeface="Helvetica" panose="020B0604020202020204" pitchFamily="34" charset="0"/>
                  <a:ea typeface="굴림" panose="020B0600000101010101" pitchFamily="50" charset="-127"/>
                </a:rPr>
                <a:t>Parent process</a:t>
              </a:r>
            </a:p>
          </p:txBody>
        </p:sp>
        <p:sp>
          <p:nvSpPr>
            <p:cNvPr id="9" name="Text Box 6">
              <a:extLst>
                <a:ext uri="{FF2B5EF4-FFF2-40B4-BE49-F238E27FC236}">
                  <a16:creationId xmlns:a16="http://schemas.microsoft.com/office/drawing/2014/main" id="{D9C0C0AA-E397-4B9A-B9F3-C4B58D1030B3}"/>
                </a:ext>
              </a:extLst>
            </p:cNvPr>
            <p:cNvSpPr txBox="1">
              <a:spLocks noChangeArrowheads="1"/>
            </p:cNvSpPr>
            <p:nvPr/>
          </p:nvSpPr>
          <p:spPr bwMode="auto">
            <a:xfrm>
              <a:off x="5559447" y="1019145"/>
              <a:ext cx="1968452" cy="553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050" b="0" dirty="0">
                  <a:latin typeface="Helvetica" panose="020B0604020202020204" pitchFamily="34" charset="0"/>
                  <a:ea typeface="굴림" panose="020B0600000101010101" pitchFamily="50" charset="-127"/>
                </a:rPr>
                <a:t>Child process</a:t>
              </a:r>
            </a:p>
          </p:txBody>
        </p:sp>
        <p:sp>
          <p:nvSpPr>
            <p:cNvPr id="10" name="Rectangle 8">
              <a:extLst>
                <a:ext uri="{FF2B5EF4-FFF2-40B4-BE49-F238E27FC236}">
                  <a16:creationId xmlns:a16="http://schemas.microsoft.com/office/drawing/2014/main" id="{6B017F20-BA4C-43CF-AE32-D1AFE760B9A3}"/>
                </a:ext>
              </a:extLst>
            </p:cNvPr>
            <p:cNvSpPr>
              <a:spLocks noChangeArrowheads="1"/>
            </p:cNvSpPr>
            <p:nvPr/>
          </p:nvSpPr>
          <p:spPr bwMode="auto">
            <a:xfrm>
              <a:off x="3048000" y="16287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1100">
                <a:latin typeface="Times New Roman" panose="02020603050405020304" pitchFamily="18" charset="0"/>
              </a:endParaRPr>
            </a:p>
          </p:txBody>
        </p:sp>
        <p:sp>
          <p:nvSpPr>
            <p:cNvPr id="11" name="Oval 9">
              <a:extLst>
                <a:ext uri="{FF2B5EF4-FFF2-40B4-BE49-F238E27FC236}">
                  <a16:creationId xmlns:a16="http://schemas.microsoft.com/office/drawing/2014/main" id="{BBD3EAB2-E304-46C8-963D-AE0C42D8EED5}"/>
                </a:ext>
              </a:extLst>
            </p:cNvPr>
            <p:cNvSpPr>
              <a:spLocks noChangeArrowheads="1"/>
            </p:cNvSpPr>
            <p:nvPr/>
          </p:nvSpPr>
          <p:spPr bwMode="auto">
            <a:xfrm>
              <a:off x="3124200" y="1704945"/>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1100">
                <a:latin typeface="Times New Roman" panose="02020603050405020304" pitchFamily="18" charset="0"/>
              </a:endParaRPr>
            </a:p>
          </p:txBody>
        </p:sp>
        <p:sp>
          <p:nvSpPr>
            <p:cNvPr id="12" name="Rectangle 10">
              <a:extLst>
                <a:ext uri="{FF2B5EF4-FFF2-40B4-BE49-F238E27FC236}">
                  <a16:creationId xmlns:a16="http://schemas.microsoft.com/office/drawing/2014/main" id="{0329992D-36FF-4F06-AF94-23807FB45C5D}"/>
                </a:ext>
              </a:extLst>
            </p:cNvPr>
            <p:cNvSpPr>
              <a:spLocks noChangeArrowheads="1"/>
            </p:cNvSpPr>
            <p:nvPr/>
          </p:nvSpPr>
          <p:spPr bwMode="auto">
            <a:xfrm>
              <a:off x="3048000" y="18573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1100">
                <a:latin typeface="Times New Roman" panose="02020603050405020304" pitchFamily="18" charset="0"/>
              </a:endParaRPr>
            </a:p>
          </p:txBody>
        </p:sp>
        <p:sp>
          <p:nvSpPr>
            <p:cNvPr id="13" name="Oval 11">
              <a:extLst>
                <a:ext uri="{FF2B5EF4-FFF2-40B4-BE49-F238E27FC236}">
                  <a16:creationId xmlns:a16="http://schemas.microsoft.com/office/drawing/2014/main" id="{B7263A1D-BE0A-4F30-B65D-795C3AE9BBE3}"/>
                </a:ext>
              </a:extLst>
            </p:cNvPr>
            <p:cNvSpPr>
              <a:spLocks noChangeArrowheads="1"/>
            </p:cNvSpPr>
            <p:nvPr/>
          </p:nvSpPr>
          <p:spPr bwMode="auto">
            <a:xfrm>
              <a:off x="3124200" y="1933545"/>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1100">
                <a:latin typeface="Times New Roman" panose="02020603050405020304" pitchFamily="18" charset="0"/>
              </a:endParaRPr>
            </a:p>
          </p:txBody>
        </p:sp>
        <p:sp>
          <p:nvSpPr>
            <p:cNvPr id="14" name="Rectangle 12">
              <a:extLst>
                <a:ext uri="{FF2B5EF4-FFF2-40B4-BE49-F238E27FC236}">
                  <a16:creationId xmlns:a16="http://schemas.microsoft.com/office/drawing/2014/main" id="{94C8F6E4-0778-4110-AD6C-FDC14A4EF3AE}"/>
                </a:ext>
              </a:extLst>
            </p:cNvPr>
            <p:cNvSpPr>
              <a:spLocks noChangeArrowheads="1"/>
            </p:cNvSpPr>
            <p:nvPr/>
          </p:nvSpPr>
          <p:spPr bwMode="auto">
            <a:xfrm>
              <a:off x="3048000" y="20859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1100">
                <a:latin typeface="Times New Roman" panose="02020603050405020304" pitchFamily="18" charset="0"/>
              </a:endParaRPr>
            </a:p>
          </p:txBody>
        </p:sp>
        <p:sp>
          <p:nvSpPr>
            <p:cNvPr id="15" name="Oval 13">
              <a:extLst>
                <a:ext uri="{FF2B5EF4-FFF2-40B4-BE49-F238E27FC236}">
                  <a16:creationId xmlns:a16="http://schemas.microsoft.com/office/drawing/2014/main" id="{9D69E358-1396-446A-8005-A182324B1C62}"/>
                </a:ext>
              </a:extLst>
            </p:cNvPr>
            <p:cNvSpPr>
              <a:spLocks noChangeArrowheads="1"/>
            </p:cNvSpPr>
            <p:nvPr/>
          </p:nvSpPr>
          <p:spPr bwMode="auto">
            <a:xfrm>
              <a:off x="3124200" y="2162145"/>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1100">
                <a:latin typeface="Times New Roman" panose="02020603050405020304" pitchFamily="18" charset="0"/>
              </a:endParaRPr>
            </a:p>
          </p:txBody>
        </p:sp>
        <p:sp>
          <p:nvSpPr>
            <p:cNvPr id="16" name="Rectangle 14">
              <a:extLst>
                <a:ext uri="{FF2B5EF4-FFF2-40B4-BE49-F238E27FC236}">
                  <a16:creationId xmlns:a16="http://schemas.microsoft.com/office/drawing/2014/main" id="{74AF6224-B237-43EF-9596-576D098491D3}"/>
                </a:ext>
              </a:extLst>
            </p:cNvPr>
            <p:cNvSpPr>
              <a:spLocks noChangeArrowheads="1"/>
            </p:cNvSpPr>
            <p:nvPr/>
          </p:nvSpPr>
          <p:spPr bwMode="auto">
            <a:xfrm>
              <a:off x="3048000" y="23145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1100">
                <a:latin typeface="Times New Roman" panose="02020603050405020304" pitchFamily="18" charset="0"/>
              </a:endParaRPr>
            </a:p>
          </p:txBody>
        </p:sp>
        <p:sp>
          <p:nvSpPr>
            <p:cNvPr id="17" name="Rectangle 16">
              <a:extLst>
                <a:ext uri="{FF2B5EF4-FFF2-40B4-BE49-F238E27FC236}">
                  <a16:creationId xmlns:a16="http://schemas.microsoft.com/office/drawing/2014/main" id="{645B0FEC-9301-41EE-BC41-8027B12B5EBE}"/>
                </a:ext>
              </a:extLst>
            </p:cNvPr>
            <p:cNvSpPr>
              <a:spLocks noChangeArrowheads="1"/>
            </p:cNvSpPr>
            <p:nvPr/>
          </p:nvSpPr>
          <p:spPr bwMode="auto">
            <a:xfrm>
              <a:off x="3048000" y="26955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1100">
                <a:latin typeface="Times New Roman" panose="02020603050405020304" pitchFamily="18" charset="0"/>
              </a:endParaRPr>
            </a:p>
          </p:txBody>
        </p:sp>
        <p:sp>
          <p:nvSpPr>
            <p:cNvPr id="18" name="Text Box 17">
              <a:extLst>
                <a:ext uri="{FF2B5EF4-FFF2-40B4-BE49-F238E27FC236}">
                  <a16:creationId xmlns:a16="http://schemas.microsoft.com/office/drawing/2014/main" id="{C8D047A0-5F02-41AC-B720-2B8FD561B664}"/>
                </a:ext>
              </a:extLst>
            </p:cNvPr>
            <p:cNvSpPr txBox="1">
              <a:spLocks noChangeArrowheads="1"/>
            </p:cNvSpPr>
            <p:nvPr/>
          </p:nvSpPr>
          <p:spPr bwMode="auto">
            <a:xfrm>
              <a:off x="2971801" y="2466945"/>
              <a:ext cx="519098" cy="423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700">
                  <a:latin typeface="Times New Roman" panose="02020603050405020304" pitchFamily="18" charset="0"/>
                  <a:ea typeface="굴림" panose="020B0600000101010101" pitchFamily="50" charset="-127"/>
                </a:rPr>
                <a:t>…</a:t>
              </a:r>
            </a:p>
          </p:txBody>
        </p:sp>
        <p:sp>
          <p:nvSpPr>
            <p:cNvPr id="19" name="Text Box 18">
              <a:extLst>
                <a:ext uri="{FF2B5EF4-FFF2-40B4-BE49-F238E27FC236}">
                  <a16:creationId xmlns:a16="http://schemas.microsoft.com/office/drawing/2014/main" id="{ED4BA17F-D472-4916-B707-FD19704C3A5B}"/>
                </a:ext>
              </a:extLst>
            </p:cNvPr>
            <p:cNvSpPr txBox="1">
              <a:spLocks noChangeArrowheads="1"/>
            </p:cNvSpPr>
            <p:nvPr/>
          </p:nvSpPr>
          <p:spPr bwMode="auto">
            <a:xfrm>
              <a:off x="1107653" y="1704944"/>
              <a:ext cx="1410541" cy="1172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algn="just" eaLnBrk="1" latinLnBrk="0" hangingPunct="1">
                <a:spcBef>
                  <a:spcPct val="0"/>
                </a:spcBef>
                <a:buFontTx/>
                <a:buNone/>
              </a:pPr>
              <a:r>
                <a:rPr lang="en-US" altLang="ko-KR" sz="1000" b="0" dirty="0">
                  <a:latin typeface="Helvetica" panose="020B0604020202020204" pitchFamily="34" charset="0"/>
                  <a:ea typeface="굴림" panose="020B0600000101010101" pitchFamily="50" charset="-127"/>
                </a:rPr>
                <a:t>File</a:t>
              </a:r>
            </a:p>
            <a:p>
              <a:pPr algn="just" eaLnBrk="1" latinLnBrk="0" hangingPunct="1">
                <a:spcBef>
                  <a:spcPct val="0"/>
                </a:spcBef>
                <a:buFontTx/>
                <a:buNone/>
              </a:pPr>
              <a:r>
                <a:rPr lang="en-US" altLang="ko-KR" sz="1000" b="0" dirty="0">
                  <a:latin typeface="Helvetica" panose="020B0604020202020204" pitchFamily="34" charset="0"/>
                  <a:ea typeface="굴림" panose="020B0600000101010101" pitchFamily="50" charset="-127"/>
                </a:rPr>
                <a:t>descriptor</a:t>
              </a:r>
            </a:p>
            <a:p>
              <a:pPr algn="just" eaLnBrk="1" latinLnBrk="0" hangingPunct="1">
                <a:spcBef>
                  <a:spcPct val="0"/>
                </a:spcBef>
                <a:buFontTx/>
                <a:buNone/>
              </a:pPr>
              <a:r>
                <a:rPr lang="en-US" altLang="ko-KR" sz="1000" b="0" dirty="0">
                  <a:latin typeface="Helvetica" panose="020B0604020202020204" pitchFamily="34" charset="0"/>
                  <a:ea typeface="굴림" panose="020B0600000101010101" pitchFamily="50" charset="-127"/>
                </a:rPr>
                <a:t>table</a:t>
              </a:r>
            </a:p>
          </p:txBody>
        </p:sp>
        <p:sp>
          <p:nvSpPr>
            <p:cNvPr id="20" name="Rectangle 19">
              <a:extLst>
                <a:ext uri="{FF2B5EF4-FFF2-40B4-BE49-F238E27FC236}">
                  <a16:creationId xmlns:a16="http://schemas.microsoft.com/office/drawing/2014/main" id="{F4D52703-0D82-46EF-BEA4-FECD2311E629}"/>
                </a:ext>
              </a:extLst>
            </p:cNvPr>
            <p:cNvSpPr>
              <a:spLocks noChangeArrowheads="1"/>
            </p:cNvSpPr>
            <p:nvPr/>
          </p:nvSpPr>
          <p:spPr bwMode="auto">
            <a:xfrm>
              <a:off x="5638800" y="16287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1100">
                <a:latin typeface="Times New Roman" panose="02020603050405020304" pitchFamily="18" charset="0"/>
              </a:endParaRPr>
            </a:p>
          </p:txBody>
        </p:sp>
        <p:sp>
          <p:nvSpPr>
            <p:cNvPr id="21" name="Oval 20">
              <a:extLst>
                <a:ext uri="{FF2B5EF4-FFF2-40B4-BE49-F238E27FC236}">
                  <a16:creationId xmlns:a16="http://schemas.microsoft.com/office/drawing/2014/main" id="{7CA1822F-3AFA-4BFC-AC85-48F2C5639386}"/>
                </a:ext>
              </a:extLst>
            </p:cNvPr>
            <p:cNvSpPr>
              <a:spLocks noChangeArrowheads="1"/>
            </p:cNvSpPr>
            <p:nvPr/>
          </p:nvSpPr>
          <p:spPr bwMode="auto">
            <a:xfrm>
              <a:off x="5715000" y="1704945"/>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1100">
                <a:latin typeface="Times New Roman" panose="02020603050405020304" pitchFamily="18" charset="0"/>
              </a:endParaRPr>
            </a:p>
          </p:txBody>
        </p:sp>
        <p:sp>
          <p:nvSpPr>
            <p:cNvPr id="22" name="Rectangle 21">
              <a:extLst>
                <a:ext uri="{FF2B5EF4-FFF2-40B4-BE49-F238E27FC236}">
                  <a16:creationId xmlns:a16="http://schemas.microsoft.com/office/drawing/2014/main" id="{B4429B40-2A84-4D30-88FB-3C9DC058BC75}"/>
                </a:ext>
              </a:extLst>
            </p:cNvPr>
            <p:cNvSpPr>
              <a:spLocks noChangeArrowheads="1"/>
            </p:cNvSpPr>
            <p:nvPr/>
          </p:nvSpPr>
          <p:spPr bwMode="auto">
            <a:xfrm>
              <a:off x="5638800" y="18573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1100">
                <a:latin typeface="Times New Roman" panose="02020603050405020304" pitchFamily="18" charset="0"/>
              </a:endParaRPr>
            </a:p>
          </p:txBody>
        </p:sp>
        <p:sp>
          <p:nvSpPr>
            <p:cNvPr id="23" name="Oval 22">
              <a:extLst>
                <a:ext uri="{FF2B5EF4-FFF2-40B4-BE49-F238E27FC236}">
                  <a16:creationId xmlns:a16="http://schemas.microsoft.com/office/drawing/2014/main" id="{EADBA752-CBCA-4EFE-B38C-BC3B0275AEEA}"/>
                </a:ext>
              </a:extLst>
            </p:cNvPr>
            <p:cNvSpPr>
              <a:spLocks noChangeArrowheads="1"/>
            </p:cNvSpPr>
            <p:nvPr/>
          </p:nvSpPr>
          <p:spPr bwMode="auto">
            <a:xfrm>
              <a:off x="5715000" y="1933545"/>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1100">
                <a:latin typeface="Times New Roman" panose="02020603050405020304" pitchFamily="18" charset="0"/>
              </a:endParaRPr>
            </a:p>
          </p:txBody>
        </p:sp>
        <p:sp>
          <p:nvSpPr>
            <p:cNvPr id="24" name="Rectangle 23">
              <a:extLst>
                <a:ext uri="{FF2B5EF4-FFF2-40B4-BE49-F238E27FC236}">
                  <a16:creationId xmlns:a16="http://schemas.microsoft.com/office/drawing/2014/main" id="{F41473FA-7923-459F-8F86-76D50B23B6B1}"/>
                </a:ext>
              </a:extLst>
            </p:cNvPr>
            <p:cNvSpPr>
              <a:spLocks noChangeArrowheads="1"/>
            </p:cNvSpPr>
            <p:nvPr/>
          </p:nvSpPr>
          <p:spPr bwMode="auto">
            <a:xfrm>
              <a:off x="5638800" y="20859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1100">
                <a:latin typeface="Times New Roman" panose="02020603050405020304" pitchFamily="18" charset="0"/>
              </a:endParaRPr>
            </a:p>
          </p:txBody>
        </p:sp>
        <p:sp>
          <p:nvSpPr>
            <p:cNvPr id="25" name="Oval 24">
              <a:extLst>
                <a:ext uri="{FF2B5EF4-FFF2-40B4-BE49-F238E27FC236}">
                  <a16:creationId xmlns:a16="http://schemas.microsoft.com/office/drawing/2014/main" id="{E71A8FBF-9C88-476F-978C-ED8F47430592}"/>
                </a:ext>
              </a:extLst>
            </p:cNvPr>
            <p:cNvSpPr>
              <a:spLocks noChangeArrowheads="1"/>
            </p:cNvSpPr>
            <p:nvPr/>
          </p:nvSpPr>
          <p:spPr bwMode="auto">
            <a:xfrm>
              <a:off x="5715000" y="2162145"/>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1100">
                <a:latin typeface="Times New Roman" panose="02020603050405020304" pitchFamily="18" charset="0"/>
              </a:endParaRPr>
            </a:p>
          </p:txBody>
        </p:sp>
        <p:sp>
          <p:nvSpPr>
            <p:cNvPr id="26" name="Rectangle 25">
              <a:extLst>
                <a:ext uri="{FF2B5EF4-FFF2-40B4-BE49-F238E27FC236}">
                  <a16:creationId xmlns:a16="http://schemas.microsoft.com/office/drawing/2014/main" id="{AC75563B-B96E-453D-BB91-A2907AFB3D8B}"/>
                </a:ext>
              </a:extLst>
            </p:cNvPr>
            <p:cNvSpPr>
              <a:spLocks noChangeArrowheads="1"/>
            </p:cNvSpPr>
            <p:nvPr/>
          </p:nvSpPr>
          <p:spPr bwMode="auto">
            <a:xfrm>
              <a:off x="5638800" y="23145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1100">
                <a:latin typeface="Times New Roman" panose="02020603050405020304" pitchFamily="18" charset="0"/>
              </a:endParaRPr>
            </a:p>
          </p:txBody>
        </p:sp>
        <p:sp>
          <p:nvSpPr>
            <p:cNvPr id="27" name="Rectangle 26">
              <a:extLst>
                <a:ext uri="{FF2B5EF4-FFF2-40B4-BE49-F238E27FC236}">
                  <a16:creationId xmlns:a16="http://schemas.microsoft.com/office/drawing/2014/main" id="{D1C5EA3A-C540-4526-AF5C-4E27FD3B25DA}"/>
                </a:ext>
              </a:extLst>
            </p:cNvPr>
            <p:cNvSpPr>
              <a:spLocks noChangeArrowheads="1"/>
            </p:cNvSpPr>
            <p:nvPr/>
          </p:nvSpPr>
          <p:spPr bwMode="auto">
            <a:xfrm>
              <a:off x="5638800" y="26955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1100">
                <a:latin typeface="Times New Roman" panose="02020603050405020304" pitchFamily="18" charset="0"/>
              </a:endParaRPr>
            </a:p>
          </p:txBody>
        </p:sp>
        <p:sp>
          <p:nvSpPr>
            <p:cNvPr id="28" name="Text Box 27">
              <a:extLst>
                <a:ext uri="{FF2B5EF4-FFF2-40B4-BE49-F238E27FC236}">
                  <a16:creationId xmlns:a16="http://schemas.microsoft.com/office/drawing/2014/main" id="{F5672BF7-72FC-4385-B18C-2C25BEC151E6}"/>
                </a:ext>
              </a:extLst>
            </p:cNvPr>
            <p:cNvSpPr txBox="1">
              <a:spLocks noChangeArrowheads="1"/>
            </p:cNvSpPr>
            <p:nvPr/>
          </p:nvSpPr>
          <p:spPr bwMode="auto">
            <a:xfrm>
              <a:off x="5562600" y="2466945"/>
              <a:ext cx="519098" cy="423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700" dirty="0">
                  <a:latin typeface="Times New Roman" panose="02020603050405020304" pitchFamily="18" charset="0"/>
                  <a:ea typeface="굴림" panose="020B0600000101010101" pitchFamily="50" charset="-127"/>
                </a:rPr>
                <a:t>…</a:t>
              </a:r>
            </a:p>
          </p:txBody>
        </p:sp>
        <p:sp>
          <p:nvSpPr>
            <p:cNvPr id="29" name="Text Box 28">
              <a:extLst>
                <a:ext uri="{FF2B5EF4-FFF2-40B4-BE49-F238E27FC236}">
                  <a16:creationId xmlns:a16="http://schemas.microsoft.com/office/drawing/2014/main" id="{AD5E19BD-B27A-43B3-98AE-5C76311FE0BF}"/>
                </a:ext>
              </a:extLst>
            </p:cNvPr>
            <p:cNvSpPr txBox="1">
              <a:spLocks noChangeArrowheads="1"/>
            </p:cNvSpPr>
            <p:nvPr/>
          </p:nvSpPr>
          <p:spPr bwMode="auto">
            <a:xfrm>
              <a:off x="6594053" y="1704944"/>
              <a:ext cx="1410541" cy="1172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algn="just" eaLnBrk="1" latinLnBrk="0" hangingPunct="1">
                <a:spcBef>
                  <a:spcPct val="0"/>
                </a:spcBef>
                <a:buFontTx/>
                <a:buNone/>
              </a:pPr>
              <a:r>
                <a:rPr lang="en-US" altLang="ko-KR" sz="1000" b="0" dirty="0">
                  <a:latin typeface="Helvetica" panose="020B0604020202020204" pitchFamily="34" charset="0"/>
                  <a:ea typeface="굴림" panose="020B0600000101010101" pitchFamily="50" charset="-127"/>
                </a:rPr>
                <a:t>File</a:t>
              </a:r>
            </a:p>
            <a:p>
              <a:pPr algn="just" eaLnBrk="1" latinLnBrk="0" hangingPunct="1">
                <a:spcBef>
                  <a:spcPct val="0"/>
                </a:spcBef>
                <a:buFontTx/>
                <a:buNone/>
              </a:pPr>
              <a:r>
                <a:rPr lang="en-US" altLang="ko-KR" sz="1000" b="0" dirty="0">
                  <a:latin typeface="Helvetica" panose="020B0604020202020204" pitchFamily="34" charset="0"/>
                  <a:ea typeface="굴림" panose="020B0600000101010101" pitchFamily="50" charset="-127"/>
                </a:rPr>
                <a:t>descriptor</a:t>
              </a:r>
            </a:p>
            <a:p>
              <a:pPr algn="just" eaLnBrk="1" latinLnBrk="0" hangingPunct="1">
                <a:spcBef>
                  <a:spcPct val="0"/>
                </a:spcBef>
                <a:buFontTx/>
                <a:buNone/>
              </a:pPr>
              <a:r>
                <a:rPr lang="en-US" altLang="ko-KR" sz="1000" b="0" dirty="0">
                  <a:latin typeface="Helvetica" panose="020B0604020202020204" pitchFamily="34" charset="0"/>
                  <a:ea typeface="굴림" panose="020B0600000101010101" pitchFamily="50" charset="-127"/>
                </a:rPr>
                <a:t>table</a:t>
              </a:r>
            </a:p>
          </p:txBody>
        </p:sp>
        <p:sp>
          <p:nvSpPr>
            <p:cNvPr id="30" name="Text Box 37">
              <a:extLst>
                <a:ext uri="{FF2B5EF4-FFF2-40B4-BE49-F238E27FC236}">
                  <a16:creationId xmlns:a16="http://schemas.microsoft.com/office/drawing/2014/main" id="{11D8A244-11B1-4B28-AE3E-B36C31648AFE}"/>
                </a:ext>
              </a:extLst>
            </p:cNvPr>
            <p:cNvSpPr txBox="1">
              <a:spLocks noChangeArrowheads="1"/>
            </p:cNvSpPr>
            <p:nvPr/>
          </p:nvSpPr>
          <p:spPr bwMode="auto">
            <a:xfrm>
              <a:off x="2743200" y="1628745"/>
              <a:ext cx="311150" cy="423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700">
                  <a:latin typeface="Helvetica" panose="020B0604020202020204" pitchFamily="34" charset="0"/>
                  <a:ea typeface="굴림" panose="020B0600000101010101" pitchFamily="50" charset="-127"/>
                </a:rPr>
                <a:t>0</a:t>
              </a:r>
            </a:p>
          </p:txBody>
        </p:sp>
        <p:sp>
          <p:nvSpPr>
            <p:cNvPr id="31" name="Text Box 38">
              <a:extLst>
                <a:ext uri="{FF2B5EF4-FFF2-40B4-BE49-F238E27FC236}">
                  <a16:creationId xmlns:a16="http://schemas.microsoft.com/office/drawing/2014/main" id="{F3E94B73-9A66-46CC-8CF0-7CF932E5BAF2}"/>
                </a:ext>
              </a:extLst>
            </p:cNvPr>
            <p:cNvSpPr txBox="1">
              <a:spLocks noChangeArrowheads="1"/>
            </p:cNvSpPr>
            <p:nvPr/>
          </p:nvSpPr>
          <p:spPr bwMode="auto">
            <a:xfrm>
              <a:off x="2743200" y="1857346"/>
              <a:ext cx="311150" cy="423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700">
                  <a:latin typeface="Helvetica" panose="020B0604020202020204" pitchFamily="34" charset="0"/>
                  <a:ea typeface="굴림" panose="020B0600000101010101" pitchFamily="50" charset="-127"/>
                </a:rPr>
                <a:t>1</a:t>
              </a:r>
            </a:p>
          </p:txBody>
        </p:sp>
        <p:sp>
          <p:nvSpPr>
            <p:cNvPr id="32" name="Text Box 39">
              <a:extLst>
                <a:ext uri="{FF2B5EF4-FFF2-40B4-BE49-F238E27FC236}">
                  <a16:creationId xmlns:a16="http://schemas.microsoft.com/office/drawing/2014/main" id="{852179E3-267E-4574-886A-EFDD45AA0465}"/>
                </a:ext>
              </a:extLst>
            </p:cNvPr>
            <p:cNvSpPr txBox="1">
              <a:spLocks noChangeArrowheads="1"/>
            </p:cNvSpPr>
            <p:nvPr/>
          </p:nvSpPr>
          <p:spPr bwMode="auto">
            <a:xfrm>
              <a:off x="2743200" y="2085945"/>
              <a:ext cx="311150" cy="423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700">
                  <a:latin typeface="Helvetica" panose="020B0604020202020204" pitchFamily="34" charset="0"/>
                  <a:ea typeface="굴림" panose="020B0600000101010101" pitchFamily="50" charset="-127"/>
                </a:rPr>
                <a:t>2</a:t>
              </a:r>
            </a:p>
          </p:txBody>
        </p:sp>
        <p:sp>
          <p:nvSpPr>
            <p:cNvPr id="33" name="Text Box 40">
              <a:extLst>
                <a:ext uri="{FF2B5EF4-FFF2-40B4-BE49-F238E27FC236}">
                  <a16:creationId xmlns:a16="http://schemas.microsoft.com/office/drawing/2014/main" id="{9E6D49E1-9022-4E80-B0F5-8084F2553BA0}"/>
                </a:ext>
              </a:extLst>
            </p:cNvPr>
            <p:cNvSpPr txBox="1">
              <a:spLocks noChangeArrowheads="1"/>
            </p:cNvSpPr>
            <p:nvPr/>
          </p:nvSpPr>
          <p:spPr bwMode="auto">
            <a:xfrm>
              <a:off x="2743200" y="2314546"/>
              <a:ext cx="311150" cy="423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700">
                  <a:latin typeface="Helvetica" panose="020B0604020202020204" pitchFamily="34" charset="0"/>
                  <a:ea typeface="굴림" panose="020B0600000101010101" pitchFamily="50" charset="-127"/>
                </a:rPr>
                <a:t>3</a:t>
              </a:r>
            </a:p>
          </p:txBody>
        </p:sp>
        <p:sp>
          <p:nvSpPr>
            <p:cNvPr id="34" name="Text Box 41">
              <a:extLst>
                <a:ext uri="{FF2B5EF4-FFF2-40B4-BE49-F238E27FC236}">
                  <a16:creationId xmlns:a16="http://schemas.microsoft.com/office/drawing/2014/main" id="{F1B5E5F7-52EB-406E-B3A2-70C555DF28CA}"/>
                </a:ext>
              </a:extLst>
            </p:cNvPr>
            <p:cNvSpPr txBox="1">
              <a:spLocks noChangeArrowheads="1"/>
            </p:cNvSpPr>
            <p:nvPr/>
          </p:nvSpPr>
          <p:spPr bwMode="auto">
            <a:xfrm>
              <a:off x="5867399" y="1628745"/>
              <a:ext cx="311150" cy="423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700">
                  <a:latin typeface="Helvetica" panose="020B0604020202020204" pitchFamily="34" charset="0"/>
                  <a:ea typeface="굴림" panose="020B0600000101010101" pitchFamily="50" charset="-127"/>
                </a:rPr>
                <a:t>0</a:t>
              </a:r>
            </a:p>
          </p:txBody>
        </p:sp>
        <p:sp>
          <p:nvSpPr>
            <p:cNvPr id="35" name="Text Box 42">
              <a:extLst>
                <a:ext uri="{FF2B5EF4-FFF2-40B4-BE49-F238E27FC236}">
                  <a16:creationId xmlns:a16="http://schemas.microsoft.com/office/drawing/2014/main" id="{E1D03DFE-A9EC-4BB8-A2CD-BED209FADB19}"/>
                </a:ext>
              </a:extLst>
            </p:cNvPr>
            <p:cNvSpPr txBox="1">
              <a:spLocks noChangeArrowheads="1"/>
            </p:cNvSpPr>
            <p:nvPr/>
          </p:nvSpPr>
          <p:spPr bwMode="auto">
            <a:xfrm>
              <a:off x="5867399" y="1857346"/>
              <a:ext cx="311150" cy="423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700">
                  <a:latin typeface="Helvetica" panose="020B0604020202020204" pitchFamily="34" charset="0"/>
                  <a:ea typeface="굴림" panose="020B0600000101010101" pitchFamily="50" charset="-127"/>
                </a:rPr>
                <a:t>1</a:t>
              </a:r>
            </a:p>
          </p:txBody>
        </p:sp>
        <p:sp>
          <p:nvSpPr>
            <p:cNvPr id="36" name="Text Box 43">
              <a:extLst>
                <a:ext uri="{FF2B5EF4-FFF2-40B4-BE49-F238E27FC236}">
                  <a16:creationId xmlns:a16="http://schemas.microsoft.com/office/drawing/2014/main" id="{93195962-4A2B-4089-9933-7BB6E323A220}"/>
                </a:ext>
              </a:extLst>
            </p:cNvPr>
            <p:cNvSpPr txBox="1">
              <a:spLocks noChangeArrowheads="1"/>
            </p:cNvSpPr>
            <p:nvPr/>
          </p:nvSpPr>
          <p:spPr bwMode="auto">
            <a:xfrm>
              <a:off x="5867399" y="2085945"/>
              <a:ext cx="311150" cy="423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700">
                  <a:latin typeface="Helvetica" panose="020B0604020202020204" pitchFamily="34" charset="0"/>
                  <a:ea typeface="굴림" panose="020B0600000101010101" pitchFamily="50" charset="-127"/>
                </a:rPr>
                <a:t>2</a:t>
              </a:r>
            </a:p>
          </p:txBody>
        </p:sp>
        <p:sp>
          <p:nvSpPr>
            <p:cNvPr id="37" name="Text Box 44">
              <a:extLst>
                <a:ext uri="{FF2B5EF4-FFF2-40B4-BE49-F238E27FC236}">
                  <a16:creationId xmlns:a16="http://schemas.microsoft.com/office/drawing/2014/main" id="{F6668126-E078-4E9E-A823-6774B8AE5FB6}"/>
                </a:ext>
              </a:extLst>
            </p:cNvPr>
            <p:cNvSpPr txBox="1">
              <a:spLocks noChangeArrowheads="1"/>
            </p:cNvSpPr>
            <p:nvPr/>
          </p:nvSpPr>
          <p:spPr bwMode="auto">
            <a:xfrm>
              <a:off x="5867399" y="2314546"/>
              <a:ext cx="311150" cy="423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700">
                  <a:latin typeface="Helvetica" panose="020B0604020202020204" pitchFamily="34" charset="0"/>
                  <a:ea typeface="굴림" panose="020B0600000101010101" pitchFamily="50" charset="-127"/>
                </a:rPr>
                <a:t>3</a:t>
              </a:r>
            </a:p>
          </p:txBody>
        </p:sp>
        <p:cxnSp>
          <p:nvCxnSpPr>
            <p:cNvPr id="38" name="연결선: 꺾임 37">
              <a:extLst>
                <a:ext uri="{FF2B5EF4-FFF2-40B4-BE49-F238E27FC236}">
                  <a16:creationId xmlns:a16="http://schemas.microsoft.com/office/drawing/2014/main" id="{4C697407-04C4-46F0-A75A-43881811BCAD}"/>
                </a:ext>
              </a:extLst>
            </p:cNvPr>
            <p:cNvCxnSpPr/>
            <p:nvPr/>
          </p:nvCxnSpPr>
          <p:spPr>
            <a:xfrm rot="5400000" flipH="1" flipV="1">
              <a:off x="3576778" y="1216459"/>
              <a:ext cx="111592" cy="886666"/>
            </a:xfrm>
            <a:prstGeom prst="bentConnector5">
              <a:avLst>
                <a:gd name="adj1" fmla="val -31516"/>
                <a:gd name="adj2" fmla="val 39931"/>
                <a:gd name="adj3" fmla="val -33943"/>
              </a:avLst>
            </a:prstGeom>
            <a:noFill/>
            <a:ln w="12700" cap="flat" cmpd="sng" algn="ctr">
              <a:solidFill>
                <a:sysClr val="windowText" lastClr="000000"/>
              </a:solidFill>
              <a:prstDash val="solid"/>
              <a:miter lim="800000"/>
              <a:tailEnd type="triangle"/>
            </a:ln>
            <a:effectLst/>
          </p:spPr>
        </p:cxnSp>
        <p:cxnSp>
          <p:nvCxnSpPr>
            <p:cNvPr id="39" name="연결선: 꺾임 38">
              <a:extLst>
                <a:ext uri="{FF2B5EF4-FFF2-40B4-BE49-F238E27FC236}">
                  <a16:creationId xmlns:a16="http://schemas.microsoft.com/office/drawing/2014/main" id="{DABE15D9-13B9-4A8D-9511-40A7DA5B4DBF}"/>
                </a:ext>
              </a:extLst>
            </p:cNvPr>
            <p:cNvCxnSpPr>
              <a:cxnSpLocks/>
            </p:cNvCxnSpPr>
            <p:nvPr/>
          </p:nvCxnSpPr>
          <p:spPr>
            <a:xfrm flipV="1">
              <a:off x="3189241" y="1679239"/>
              <a:ext cx="1021557" cy="274194"/>
            </a:xfrm>
            <a:prstGeom prst="bentConnector3">
              <a:avLst>
                <a:gd name="adj1" fmla="val 99919"/>
              </a:avLst>
            </a:prstGeom>
            <a:noFill/>
            <a:ln w="12700" cap="flat" cmpd="sng" algn="ctr">
              <a:solidFill>
                <a:sysClr val="windowText" lastClr="000000"/>
              </a:solidFill>
              <a:prstDash val="solid"/>
              <a:miter lim="800000"/>
              <a:tailEnd type="triangle"/>
            </a:ln>
            <a:effectLst/>
          </p:spPr>
        </p:cxnSp>
        <p:cxnSp>
          <p:nvCxnSpPr>
            <p:cNvPr id="40" name="연결선: 꺾임 39">
              <a:extLst>
                <a:ext uri="{FF2B5EF4-FFF2-40B4-BE49-F238E27FC236}">
                  <a16:creationId xmlns:a16="http://schemas.microsoft.com/office/drawing/2014/main" id="{7ADDBEC6-7AFE-4E3D-9A5E-856BB072CAB4}"/>
                </a:ext>
              </a:extLst>
            </p:cNvPr>
            <p:cNvCxnSpPr>
              <a:cxnSpLocks/>
            </p:cNvCxnSpPr>
            <p:nvPr/>
          </p:nvCxnSpPr>
          <p:spPr>
            <a:xfrm flipV="1">
              <a:off x="3189241" y="1719732"/>
              <a:ext cx="1156448" cy="479997"/>
            </a:xfrm>
            <a:prstGeom prst="bentConnector3">
              <a:avLst>
                <a:gd name="adj1" fmla="val 100179"/>
              </a:avLst>
            </a:prstGeom>
            <a:noFill/>
            <a:ln w="12700" cap="flat" cmpd="sng" algn="ctr">
              <a:solidFill>
                <a:sysClr val="windowText" lastClr="000000"/>
              </a:solidFill>
              <a:prstDash val="solid"/>
              <a:miter lim="800000"/>
              <a:tailEnd type="triangle"/>
            </a:ln>
            <a:effectLst/>
          </p:spPr>
        </p:cxnSp>
        <p:cxnSp>
          <p:nvCxnSpPr>
            <p:cNvPr id="41" name="연결선: 꺾임 40">
              <a:extLst>
                <a:ext uri="{FF2B5EF4-FFF2-40B4-BE49-F238E27FC236}">
                  <a16:creationId xmlns:a16="http://schemas.microsoft.com/office/drawing/2014/main" id="{E46FE485-DCD7-4EEA-B68E-38207CB47EA4}"/>
                </a:ext>
              </a:extLst>
            </p:cNvPr>
            <p:cNvCxnSpPr>
              <a:cxnSpLocks/>
              <a:stCxn id="25" idx="2"/>
            </p:cNvCxnSpPr>
            <p:nvPr/>
          </p:nvCxnSpPr>
          <p:spPr>
            <a:xfrm rot="10800000">
              <a:off x="4737848" y="1715589"/>
              <a:ext cx="977152" cy="484657"/>
            </a:xfrm>
            <a:prstGeom prst="bentConnector3">
              <a:avLst>
                <a:gd name="adj1" fmla="val 99488"/>
              </a:avLst>
            </a:prstGeom>
            <a:noFill/>
            <a:ln w="12700" cap="flat" cmpd="sng" algn="ctr">
              <a:solidFill>
                <a:sysClr val="windowText" lastClr="000000"/>
              </a:solidFill>
              <a:prstDash val="solid"/>
              <a:miter lim="800000"/>
              <a:tailEnd type="triangle"/>
            </a:ln>
            <a:effectLst/>
          </p:spPr>
        </p:cxnSp>
        <p:cxnSp>
          <p:nvCxnSpPr>
            <p:cNvPr id="42" name="연결선: 꺾임 41">
              <a:extLst>
                <a:ext uri="{FF2B5EF4-FFF2-40B4-BE49-F238E27FC236}">
                  <a16:creationId xmlns:a16="http://schemas.microsoft.com/office/drawing/2014/main" id="{BC4DDE2B-6835-4288-BC59-3900E0019173}"/>
                </a:ext>
              </a:extLst>
            </p:cNvPr>
            <p:cNvCxnSpPr>
              <a:cxnSpLocks/>
              <a:stCxn id="23" idx="2"/>
            </p:cNvCxnSpPr>
            <p:nvPr/>
          </p:nvCxnSpPr>
          <p:spPr>
            <a:xfrm rot="10800000">
              <a:off x="4897048" y="1679239"/>
              <a:ext cx="817952" cy="292406"/>
            </a:xfrm>
            <a:prstGeom prst="bentConnector3">
              <a:avLst>
                <a:gd name="adj1" fmla="val 99446"/>
              </a:avLst>
            </a:prstGeom>
            <a:noFill/>
            <a:ln w="12700" cap="flat" cmpd="sng" algn="ctr">
              <a:solidFill>
                <a:sysClr val="windowText" lastClr="000000"/>
              </a:solidFill>
              <a:prstDash val="solid"/>
              <a:miter lim="800000"/>
              <a:tailEnd type="triangle"/>
            </a:ln>
            <a:effectLst/>
          </p:spPr>
        </p:cxnSp>
        <p:cxnSp>
          <p:nvCxnSpPr>
            <p:cNvPr id="43" name="연결선: 꺾임 42">
              <a:extLst>
                <a:ext uri="{FF2B5EF4-FFF2-40B4-BE49-F238E27FC236}">
                  <a16:creationId xmlns:a16="http://schemas.microsoft.com/office/drawing/2014/main" id="{A005C12C-E14E-4A26-ADB3-440EEDECBA1B}"/>
                </a:ext>
              </a:extLst>
            </p:cNvPr>
            <p:cNvCxnSpPr>
              <a:cxnSpLocks/>
              <a:stCxn id="21" idx="2"/>
            </p:cNvCxnSpPr>
            <p:nvPr/>
          </p:nvCxnSpPr>
          <p:spPr>
            <a:xfrm rot="10800000">
              <a:off x="5027614" y="1603999"/>
              <a:ext cx="687386" cy="139047"/>
            </a:xfrm>
            <a:prstGeom prst="bentConnector3">
              <a:avLst>
                <a:gd name="adj1" fmla="val 99885"/>
              </a:avLst>
            </a:prstGeom>
            <a:noFill/>
            <a:ln w="12700" cap="flat" cmpd="sng" algn="ctr">
              <a:solidFill>
                <a:sysClr val="windowText" lastClr="000000"/>
              </a:solidFill>
              <a:prstDash val="solid"/>
              <a:miter lim="800000"/>
              <a:tailEnd type="triangle"/>
            </a:ln>
            <a:effectLst/>
          </p:spPr>
        </p:cxnSp>
        <p:sp>
          <p:nvSpPr>
            <p:cNvPr id="44" name="Oval 27">
              <a:extLst>
                <a:ext uri="{FF2B5EF4-FFF2-40B4-BE49-F238E27FC236}">
                  <a16:creationId xmlns:a16="http://schemas.microsoft.com/office/drawing/2014/main" id="{241784F4-E4EA-4D97-8F19-F489161949A9}"/>
                </a:ext>
              </a:extLst>
            </p:cNvPr>
            <p:cNvSpPr>
              <a:spLocks noChangeArrowheads="1"/>
            </p:cNvSpPr>
            <p:nvPr/>
          </p:nvSpPr>
          <p:spPr bwMode="auto">
            <a:xfrm>
              <a:off x="3886200" y="1018629"/>
              <a:ext cx="1295400" cy="6858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algn="ctr" eaLnBrk="1" latinLnBrk="0" hangingPunct="1">
                <a:spcBef>
                  <a:spcPct val="0"/>
                </a:spcBef>
                <a:buFontTx/>
                <a:buNone/>
              </a:pPr>
              <a:r>
                <a:rPr lang="en-US" altLang="ko-KR" sz="900" b="0" dirty="0">
                  <a:latin typeface="Courier New" panose="02070309020205020404" pitchFamily="49" charset="0"/>
                  <a:ea typeface="굴림" panose="020B0600000101010101" pitchFamily="50" charset="-127"/>
                  <a:cs typeface="Courier New" panose="02070309020205020404" pitchFamily="49" charset="0"/>
                </a:rPr>
                <a:t>/dev/</a:t>
              </a:r>
              <a:r>
                <a:rPr lang="en-US" altLang="ko-KR" sz="900" b="0" dirty="0" err="1">
                  <a:latin typeface="Courier New" panose="02070309020205020404" pitchFamily="49" charset="0"/>
                  <a:ea typeface="굴림" panose="020B0600000101010101" pitchFamily="50" charset="-127"/>
                  <a:cs typeface="Courier New" panose="02070309020205020404" pitchFamily="49" charset="0"/>
                </a:rPr>
                <a:t>tty</a:t>
              </a:r>
              <a:endParaRPr lang="en-US" altLang="ko-KR" sz="900" b="0" dirty="0">
                <a:latin typeface="Courier New" panose="02070309020205020404" pitchFamily="49" charset="0"/>
                <a:ea typeface="굴림" panose="020B0600000101010101" pitchFamily="50" charset="-127"/>
                <a:cs typeface="Courier New" panose="02070309020205020404" pitchFamily="49" charset="0"/>
              </a:endParaRPr>
            </a:p>
          </p:txBody>
        </p:sp>
      </p:grpSp>
    </p:spTree>
    <p:extLst>
      <p:ext uri="{BB962C8B-B14F-4D97-AF65-F5344CB8AC3E}">
        <p14:creationId xmlns:p14="http://schemas.microsoft.com/office/powerpoint/2010/main" val="3772228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p:cNvSpPr>
            <a:spLocks noGrp="1"/>
          </p:cNvSpPr>
          <p:nvPr>
            <p:ph type="sldNum" sz="quarter" idx="12"/>
          </p:nvPr>
        </p:nvSpPr>
        <p:spPr/>
        <p:txBody>
          <a:bodyPr/>
          <a:lstStyle/>
          <a:p>
            <a:pPr lvl="0">
              <a:defRPr/>
            </a:pPr>
            <a:r>
              <a:rPr lang="en-US" altLang="ko-KR" dirty="0"/>
              <a:t>-</a:t>
            </a:r>
            <a:fld id="{3D16D23B-24D6-455E-BBD7-6975BEA16FD4}" type="slidenum">
              <a:rPr lang="en-US" altLang="en-US"/>
              <a:pPr lvl="0">
                <a:defRPr/>
              </a:pPr>
              <a:t>9</a:t>
            </a:fld>
            <a:r>
              <a:rPr lang="en-US" altLang="ko-KR" dirty="0"/>
              <a:t>-</a:t>
            </a:r>
          </a:p>
        </p:txBody>
      </p:sp>
      <p:sp>
        <p:nvSpPr>
          <p:cNvPr id="3" name="제목 2"/>
          <p:cNvSpPr>
            <a:spLocks noGrp="1"/>
          </p:cNvSpPr>
          <p:nvPr>
            <p:ph type="title"/>
          </p:nvPr>
        </p:nvSpPr>
        <p:spPr>
          <a:xfrm>
            <a:off x="350981" y="145194"/>
            <a:ext cx="11369963" cy="573577"/>
          </a:xfrm>
        </p:spPr>
        <p:txBody>
          <a:bodyPr/>
          <a:lstStyle/>
          <a:p>
            <a:pPr lvl="0">
              <a:defRPr/>
            </a:pPr>
            <a:r>
              <a:rPr lang="en-US" altLang="ko-KR" dirty="0"/>
              <a:t>A Minimal Shell for Executing a Single Command</a:t>
            </a:r>
            <a:endParaRPr lang="ko-KR" altLang="en-US" dirty="0"/>
          </a:p>
        </p:txBody>
      </p:sp>
      <p:sp>
        <p:nvSpPr>
          <p:cNvPr id="4" name="텍스트 개체 틀 3"/>
          <p:cNvSpPr>
            <a:spLocks noGrp="1"/>
          </p:cNvSpPr>
          <p:nvPr>
            <p:ph type="body" sz="quarter" idx="13"/>
          </p:nvPr>
        </p:nvSpPr>
        <p:spPr>
          <a:xfrm>
            <a:off x="350552" y="939800"/>
            <a:ext cx="4955470" cy="5140325"/>
          </a:xfrm>
        </p:spPr>
        <p:txBody>
          <a:bodyPr/>
          <a:lstStyle/>
          <a:p>
            <a:pPr lvl="0">
              <a:defRPr/>
            </a:pPr>
            <a:r>
              <a:rPr lang="en-US" altLang="ko-KR" dirty="0">
                <a:ea typeface="Tahoma" panose="020B0604030504040204" pitchFamily="34" charset="0"/>
              </a:rPr>
              <a:t>Simple shell code</a:t>
            </a:r>
          </a:p>
          <a:p>
            <a:pPr lvl="1">
              <a:defRPr/>
            </a:pPr>
            <a:r>
              <a:rPr lang="en-US" altLang="ko-KR" dirty="0">
                <a:ea typeface="Tahoma" panose="020B0604030504040204" pitchFamily="34" charset="0"/>
              </a:rPr>
              <a:t>Job = user’s command line input</a:t>
            </a:r>
          </a:p>
          <a:p>
            <a:pPr lvl="1">
              <a:defRPr/>
            </a:pPr>
            <a:r>
              <a:rPr lang="en-US" altLang="ko-KR" dirty="0">
                <a:ea typeface="Tahoma" panose="020B0604030504040204" pitchFamily="34" charset="0"/>
              </a:rPr>
              <a:t>ex) </a:t>
            </a:r>
          </a:p>
          <a:p>
            <a:pPr lvl="1">
              <a:defRPr/>
            </a:pPr>
            <a:r>
              <a:rPr lang="en-US" altLang="ko-KR" dirty="0">
                <a:ea typeface="Tahoma" panose="020B0604030504040204" pitchFamily="34" charset="0"/>
              </a:rPr>
              <a:t>if the user's command line input is "</a:t>
            </a:r>
            <a:r>
              <a:rPr lang="en-US" altLang="ko-KR" dirty="0" err="1">
                <a:ea typeface="Tahoma" panose="020B0604030504040204" pitchFamily="34" charset="0"/>
              </a:rPr>
              <a:t>ps</a:t>
            </a:r>
            <a:r>
              <a:rPr lang="en-US" altLang="ko-KR" dirty="0">
                <a:ea typeface="Tahoma" panose="020B0604030504040204" pitchFamily="34" charset="0"/>
              </a:rPr>
              <a:t> -</a:t>
            </a:r>
            <a:r>
              <a:rPr lang="en-US" altLang="ko-KR" dirty="0" err="1">
                <a:ea typeface="Tahoma" panose="020B0604030504040204" pitchFamily="34" charset="0"/>
              </a:rPr>
              <a:t>ef</a:t>
            </a:r>
            <a:r>
              <a:rPr lang="en-US" altLang="ko-KR" dirty="0">
                <a:ea typeface="Tahoma" panose="020B0604030504040204" pitchFamily="34" charset="0"/>
              </a:rPr>
              <a:t> | grep job" then </a:t>
            </a:r>
          </a:p>
          <a:p>
            <a:pPr lvl="1">
              <a:defRPr/>
            </a:pPr>
            <a:r>
              <a:rPr lang="en-US" altLang="ko-KR" dirty="0">
                <a:ea typeface="Tahoma" panose="020B0604030504040204" pitchFamily="34" charset="0"/>
              </a:rPr>
              <a:t>One job, Two processes. </a:t>
            </a:r>
          </a:p>
          <a:p>
            <a:pPr lvl="1">
              <a:defRPr/>
            </a:pPr>
            <a:endParaRPr lang="en-US" altLang="ko-KR" dirty="0">
              <a:ea typeface="Tahoma" panose="020B0604030504040204" pitchFamily="34" charset="0"/>
            </a:endParaRPr>
          </a:p>
          <a:p>
            <a:pPr lvl="0">
              <a:defRPr/>
            </a:pPr>
            <a:r>
              <a:rPr lang="en-US" altLang="ko-KR" dirty="0">
                <a:ea typeface="Tahoma" panose="020B0604030504040204" pitchFamily="34" charset="0"/>
              </a:rPr>
              <a:t>Notice</a:t>
            </a:r>
          </a:p>
          <a:p>
            <a:pPr lvl="1">
              <a:defRPr/>
            </a:pPr>
            <a:r>
              <a:rPr lang="en-US" altLang="ko-KR" dirty="0">
                <a:ea typeface="Tahoma" panose="020B0604030504040204" pitchFamily="34" charset="0"/>
              </a:rPr>
              <a:t>Return value/error checking is </a:t>
            </a:r>
            <a:r>
              <a:rPr lang="en-US" altLang="ko-KR" b="1" i="1" dirty="0">
                <a:ea typeface="Tahoma" panose="020B0604030504040204" pitchFamily="34" charset="0"/>
              </a:rPr>
              <a:t>mandatory</a:t>
            </a:r>
            <a:r>
              <a:rPr lang="en-US" altLang="ko-KR" dirty="0">
                <a:ea typeface="Tahoma" panose="020B0604030504040204" pitchFamily="34" charset="0"/>
              </a:rPr>
              <a:t> when doing the assignment to ensure proper error handling</a:t>
            </a:r>
          </a:p>
          <a:p>
            <a:pPr lvl="1">
              <a:defRPr/>
            </a:pPr>
            <a:r>
              <a:rPr lang="en-US" altLang="ko-KR" dirty="0">
                <a:ea typeface="Tahoma" panose="020B0604030504040204" pitchFamily="34" charset="0"/>
              </a:rPr>
              <a:t>The code here is simplified just for easy understanding </a:t>
            </a:r>
          </a:p>
          <a:p>
            <a:pPr lvl="1">
              <a:defRPr/>
            </a:pPr>
            <a:endParaRPr lang="en-US" altLang="ko-KR" dirty="0">
              <a:ea typeface="Tahoma" panose="020B0604030504040204" pitchFamily="34" charset="0"/>
            </a:endParaRPr>
          </a:p>
          <a:p>
            <a:pPr lvl="0">
              <a:defRPr/>
            </a:pPr>
            <a:endParaRPr lang="en-US" altLang="ko-KR" dirty="0">
              <a:ea typeface="Tahoma" panose="020B0604030504040204" pitchFamily="34" charset="0"/>
            </a:endParaRPr>
          </a:p>
        </p:txBody>
      </p:sp>
      <p:grpSp>
        <p:nvGrpSpPr>
          <p:cNvPr id="19" name="그룹 18"/>
          <p:cNvGrpSpPr/>
          <p:nvPr/>
        </p:nvGrpSpPr>
        <p:grpSpPr>
          <a:xfrm>
            <a:off x="5222881" y="904377"/>
            <a:ext cx="6842522" cy="5078313"/>
            <a:chOff x="5281071" y="1477118"/>
            <a:chExt cx="6842522" cy="5078313"/>
          </a:xfrm>
        </p:grpSpPr>
        <p:sp>
          <p:nvSpPr>
            <p:cNvPr id="5" name="TextBox 4"/>
            <p:cNvSpPr txBox="1"/>
            <p:nvPr/>
          </p:nvSpPr>
          <p:spPr>
            <a:xfrm>
              <a:off x="5281071" y="1477118"/>
              <a:ext cx="3810659" cy="5078313"/>
            </a:xfrm>
            <a:prstGeom prst="rect">
              <a:avLst/>
            </a:prstGeom>
            <a:solidFill>
              <a:srgbClr val="FFFF66"/>
            </a:solidFill>
            <a:ln>
              <a:solidFill>
                <a:schemeClr val="tx1"/>
              </a:solidFill>
            </a:ln>
          </p:spPr>
          <p:txBody>
            <a:bodyPr wrap="none">
              <a:spAutoFit/>
            </a:bodyPr>
            <a:lstStyle/>
            <a:p>
              <a:pPr lvl="0">
                <a:defRPr/>
              </a:pPr>
              <a:r>
                <a:rPr lang="en-US" altLang="ko-KR" sz="1200" dirty="0" err="1">
                  <a:latin typeface="Courier New"/>
                  <a:ea typeface="맑은 고딕"/>
                  <a:cs typeface="Courier New"/>
                </a:rPr>
                <a:t>fgets</a:t>
              </a:r>
              <a:r>
                <a:rPr lang="en-US" altLang="ko-KR" sz="1200" dirty="0">
                  <a:latin typeface="Courier New"/>
                  <a:ea typeface="맑은 고딕"/>
                  <a:cs typeface="Courier New"/>
                </a:rPr>
                <a:t>(command, </a:t>
              </a:r>
              <a:r>
                <a:rPr lang="en-US" altLang="ko-KR" sz="1200" dirty="0" err="1">
                  <a:latin typeface="Courier New"/>
                  <a:ea typeface="맑은 고딕"/>
                  <a:cs typeface="Courier New"/>
                </a:rPr>
                <a:t>sizeof</a:t>
              </a:r>
              <a:r>
                <a:rPr lang="en-US" altLang="ko-KR" sz="1200" dirty="0">
                  <a:latin typeface="Courier New"/>
                  <a:ea typeface="맑은 고딕"/>
                  <a:cs typeface="Courier New"/>
                </a:rPr>
                <a:t>(command), stdin);</a:t>
              </a:r>
            </a:p>
            <a:p>
              <a:pPr lvl="0">
                <a:defRPr/>
              </a:pPr>
              <a:r>
                <a:rPr lang="en-US" altLang="ko-KR" sz="1200" dirty="0">
                  <a:latin typeface="Courier New"/>
                  <a:ea typeface="맑은 고딕"/>
                  <a:cs typeface="Courier New"/>
                </a:rPr>
                <a:t>command[</a:t>
              </a:r>
              <a:r>
                <a:rPr lang="en-US" altLang="ko-KR" sz="1200" dirty="0" err="1">
                  <a:latin typeface="Courier New"/>
                  <a:ea typeface="맑은 고딕"/>
                  <a:cs typeface="Courier New"/>
                </a:rPr>
                <a:t>strlen</a:t>
              </a:r>
              <a:r>
                <a:rPr lang="en-US" altLang="ko-KR" sz="1200" dirty="0">
                  <a:latin typeface="Courier New"/>
                  <a:ea typeface="맑은 고딕"/>
                  <a:cs typeface="Courier New"/>
                </a:rPr>
                <a:t>(command)-1] = 0;</a:t>
              </a:r>
            </a:p>
            <a:p>
              <a:pPr lvl="0">
                <a:defRPr/>
              </a:pPr>
              <a:endParaRPr lang="en-US" altLang="ko-KR" sz="1200" dirty="0">
                <a:latin typeface="Courier New"/>
                <a:ea typeface="맑은 고딕"/>
                <a:cs typeface="Courier New"/>
              </a:endParaRPr>
            </a:p>
            <a:p>
              <a:pPr lvl="0">
                <a:defRPr/>
              </a:pPr>
              <a:r>
                <a:rPr lang="en-US" altLang="ko-KR" sz="1200" dirty="0">
                  <a:latin typeface="Courier New"/>
                  <a:ea typeface="맑은 고딕"/>
                  <a:cs typeface="Courier New"/>
                </a:rPr>
                <a:t>token = </a:t>
              </a:r>
              <a:r>
                <a:rPr lang="en-US" altLang="ko-KR" sz="1200" dirty="0" err="1">
                  <a:latin typeface="Courier New"/>
                  <a:ea typeface="맑은 고딕"/>
                  <a:cs typeface="Courier New"/>
                </a:rPr>
                <a:t>strtok</a:t>
              </a:r>
              <a:r>
                <a:rPr lang="en-US" altLang="ko-KR" sz="1200" dirty="0">
                  <a:latin typeface="Courier New"/>
                  <a:ea typeface="맑은 고딕"/>
                  <a:cs typeface="Courier New"/>
                </a:rPr>
                <a:t>(command, “ “);</a:t>
              </a:r>
            </a:p>
            <a:p>
              <a:pPr lvl="0">
                <a:defRPr/>
              </a:pPr>
              <a:r>
                <a:rPr lang="en-US" altLang="ko-KR" sz="1200" dirty="0">
                  <a:latin typeface="Courier New"/>
                  <a:ea typeface="맑은 고딕"/>
                  <a:cs typeface="Courier New"/>
                </a:rPr>
                <a:t>if (token == NULL) {exit(-1);}</a:t>
              </a:r>
            </a:p>
            <a:p>
              <a:pPr lvl="0">
                <a:defRPr/>
              </a:pPr>
              <a:endParaRPr lang="en-US" altLang="ko-KR" sz="1200" dirty="0">
                <a:latin typeface="Courier New"/>
                <a:ea typeface="맑은 고딕"/>
                <a:cs typeface="Courier New"/>
              </a:endParaRPr>
            </a:p>
            <a:p>
              <a:pPr lvl="0">
                <a:defRPr/>
              </a:pPr>
              <a:r>
                <a:rPr lang="en-US" altLang="ko-KR" sz="1200" dirty="0">
                  <a:latin typeface="Courier New"/>
                  <a:ea typeface="맑은 고딕"/>
                  <a:cs typeface="Courier New"/>
                </a:rPr>
                <a:t>arguments[0] = token;</a:t>
              </a:r>
            </a:p>
            <a:p>
              <a:pPr lvl="0">
                <a:defRPr/>
              </a:pPr>
              <a:r>
                <a:rPr lang="en-US" altLang="ko-KR" sz="1200" dirty="0">
                  <a:solidFill>
                    <a:schemeClr val="accent6"/>
                  </a:solidFill>
                  <a:latin typeface="Courier New"/>
                  <a:ea typeface="맑은 고딕"/>
                  <a:cs typeface="Courier New"/>
                </a:rPr>
                <a:t>for</a:t>
              </a:r>
              <a:r>
                <a:rPr lang="en-US" altLang="ko-KR" sz="1200" dirty="0">
                  <a:latin typeface="Courier New"/>
                  <a:ea typeface="맑은 고딕"/>
                  <a:cs typeface="Courier New"/>
                </a:rPr>
                <a:t> (</a:t>
              </a:r>
              <a:r>
                <a:rPr lang="en-US" altLang="ko-KR" sz="1200" dirty="0" err="1">
                  <a:latin typeface="Courier New"/>
                  <a:ea typeface="맑은 고딕"/>
                  <a:cs typeface="Courier New"/>
                </a:rPr>
                <a:t>i</a:t>
              </a:r>
              <a:r>
                <a:rPr lang="en-US" altLang="ko-KR" sz="1200" dirty="0">
                  <a:latin typeface="Courier New"/>
                  <a:ea typeface="맑은 고딕"/>
                  <a:cs typeface="Courier New"/>
                </a:rPr>
                <a:t> = 1; </a:t>
              </a:r>
              <a:r>
                <a:rPr lang="en-US" altLang="ko-KR" sz="1200" dirty="0" err="1">
                  <a:latin typeface="Courier New"/>
                  <a:ea typeface="맑은 고딕"/>
                  <a:cs typeface="Courier New"/>
                </a:rPr>
                <a:t>i</a:t>
              </a:r>
              <a:r>
                <a:rPr lang="en-US" altLang="ko-KR" sz="1200" dirty="0">
                  <a:latin typeface="Courier New"/>
                  <a:ea typeface="맑은 고딕"/>
                  <a:cs typeface="Courier New"/>
                </a:rPr>
                <a:t> &lt; 10; </a:t>
              </a:r>
              <a:r>
                <a:rPr lang="en-US" altLang="ko-KR" sz="1200" dirty="0" err="1">
                  <a:latin typeface="Courier New"/>
                  <a:ea typeface="맑은 고딕"/>
                  <a:cs typeface="Courier New"/>
                </a:rPr>
                <a:t>i</a:t>
              </a:r>
              <a:r>
                <a:rPr lang="en-US" altLang="ko-KR" sz="1200" dirty="0">
                  <a:latin typeface="Courier New"/>
                  <a:ea typeface="맑은 고딕"/>
                  <a:cs typeface="Courier New"/>
                </a:rPr>
                <a:t>++) {</a:t>
              </a:r>
            </a:p>
            <a:p>
              <a:pPr lvl="0">
                <a:defRPr/>
              </a:pPr>
              <a:r>
                <a:rPr lang="en-US" altLang="ko-KR" sz="1200" dirty="0">
                  <a:latin typeface="Courier New"/>
                  <a:ea typeface="맑은 고딕"/>
                  <a:cs typeface="Courier New"/>
                </a:rPr>
                <a:t>  token = </a:t>
              </a:r>
              <a:r>
                <a:rPr lang="en-US" altLang="ko-KR" sz="1200" dirty="0" err="1">
                  <a:latin typeface="Courier New"/>
                  <a:ea typeface="맑은 고딕"/>
                  <a:cs typeface="Courier New"/>
                </a:rPr>
                <a:t>strtok</a:t>
              </a:r>
              <a:r>
                <a:rPr lang="en-US" altLang="ko-KR" sz="1200" dirty="0">
                  <a:latin typeface="Courier New"/>
                  <a:ea typeface="맑은 고딕"/>
                  <a:cs typeface="Courier New"/>
                </a:rPr>
                <a:t>(NULL, “ “);</a:t>
              </a:r>
            </a:p>
            <a:p>
              <a:pPr lvl="0">
                <a:defRPr/>
              </a:pPr>
              <a:r>
                <a:rPr lang="en-US" altLang="ko-KR" sz="1200" dirty="0">
                  <a:latin typeface="Courier New"/>
                  <a:ea typeface="맑은 고딕"/>
                  <a:cs typeface="Courier New"/>
                </a:rPr>
                <a:t>  </a:t>
              </a:r>
              <a:r>
                <a:rPr lang="en-US" altLang="ko-KR" sz="1200" dirty="0">
                  <a:solidFill>
                    <a:schemeClr val="accent6"/>
                  </a:solidFill>
                  <a:latin typeface="Courier New"/>
                  <a:ea typeface="맑은 고딕"/>
                  <a:cs typeface="Courier New"/>
                </a:rPr>
                <a:t>if</a:t>
              </a:r>
              <a:r>
                <a:rPr lang="en-US" altLang="ko-KR" sz="1200" dirty="0">
                  <a:latin typeface="Courier New"/>
                  <a:ea typeface="맑은 고딕"/>
                  <a:cs typeface="Courier New"/>
                </a:rPr>
                <a:t> (token == NULL)</a:t>
              </a:r>
            </a:p>
            <a:p>
              <a:pPr lvl="0">
                <a:defRPr/>
              </a:pPr>
              <a:r>
                <a:rPr lang="en-US" altLang="ko-KR" sz="1200" dirty="0">
                  <a:latin typeface="Courier New"/>
                  <a:ea typeface="맑은 고딕"/>
                  <a:cs typeface="Courier New"/>
                </a:rPr>
                <a:t>    </a:t>
              </a:r>
              <a:r>
                <a:rPr lang="en-US" altLang="ko-KR" sz="1200" dirty="0">
                  <a:solidFill>
                    <a:schemeClr val="accent6"/>
                  </a:solidFill>
                  <a:latin typeface="Courier New"/>
                  <a:ea typeface="맑은 고딕"/>
                  <a:cs typeface="Courier New"/>
                </a:rPr>
                <a:t>break</a:t>
              </a:r>
              <a:r>
                <a:rPr lang="en-US" altLang="ko-KR" sz="1200" dirty="0">
                  <a:latin typeface="Courier New"/>
                  <a:ea typeface="맑은 고딕"/>
                  <a:cs typeface="Courier New"/>
                </a:rPr>
                <a:t>;</a:t>
              </a:r>
            </a:p>
            <a:p>
              <a:pPr lvl="0">
                <a:defRPr/>
              </a:pPr>
              <a:r>
                <a:rPr lang="en-US" altLang="ko-KR" sz="1200" dirty="0">
                  <a:latin typeface="Courier New"/>
                  <a:ea typeface="맑은 고딕"/>
                  <a:cs typeface="Courier New"/>
                </a:rPr>
                <a:t>  arguments[</a:t>
              </a:r>
              <a:r>
                <a:rPr lang="en-US" altLang="ko-KR" sz="1200" dirty="0" err="1">
                  <a:latin typeface="Courier New"/>
                  <a:ea typeface="맑은 고딕"/>
                  <a:cs typeface="Courier New"/>
                </a:rPr>
                <a:t>i</a:t>
              </a:r>
              <a:r>
                <a:rPr lang="en-US" altLang="ko-KR" sz="1200" dirty="0">
                  <a:latin typeface="Courier New"/>
                  <a:ea typeface="맑은 고딕"/>
                  <a:cs typeface="Courier New"/>
                </a:rPr>
                <a:t>] = token;</a:t>
              </a:r>
            </a:p>
            <a:p>
              <a:pPr lvl="0">
                <a:defRPr/>
              </a:pPr>
              <a:r>
                <a:rPr lang="en-US" altLang="ko-KR" sz="1200" dirty="0">
                  <a:latin typeface="Courier New"/>
                  <a:ea typeface="맑은 고딕"/>
                  <a:cs typeface="Courier New"/>
                </a:rPr>
                <a:t>}</a:t>
              </a:r>
            </a:p>
            <a:p>
              <a:pPr lvl="0">
                <a:defRPr/>
              </a:pPr>
              <a:r>
                <a:rPr lang="en-US" altLang="ko-KR" sz="1200" dirty="0">
                  <a:latin typeface="Courier New"/>
                  <a:ea typeface="맑은 고딕"/>
                  <a:cs typeface="Courier New"/>
                </a:rPr>
                <a:t>arguments[</a:t>
              </a:r>
              <a:r>
                <a:rPr lang="en-US" altLang="ko-KR" sz="1200" dirty="0" err="1">
                  <a:latin typeface="Courier New"/>
                  <a:ea typeface="맑은 고딕"/>
                  <a:cs typeface="Courier New"/>
                </a:rPr>
                <a:t>i</a:t>
              </a:r>
              <a:r>
                <a:rPr lang="en-US" altLang="ko-KR" sz="1200" dirty="0">
                  <a:latin typeface="Courier New"/>
                  <a:ea typeface="맑은 고딕"/>
                  <a:cs typeface="Courier New"/>
                </a:rPr>
                <a:t>] = NULL;</a:t>
              </a:r>
            </a:p>
            <a:p>
              <a:pPr lvl="0">
                <a:defRPr/>
              </a:pPr>
              <a:endParaRPr lang="en-US" altLang="ko-KR" sz="1200" dirty="0">
                <a:latin typeface="Courier New"/>
                <a:ea typeface="맑은 고딕"/>
                <a:cs typeface="Courier New"/>
              </a:endParaRPr>
            </a:p>
            <a:p>
              <a:pPr lvl="0">
                <a:defRPr/>
              </a:pPr>
              <a:r>
                <a:rPr lang="en-US" altLang="ko-KR" sz="1200" dirty="0" err="1">
                  <a:latin typeface="Courier New"/>
                  <a:ea typeface="맑은 고딕"/>
                  <a:cs typeface="Courier New"/>
                </a:rPr>
                <a:t>pid</a:t>
              </a:r>
              <a:r>
                <a:rPr lang="en-US" altLang="ko-KR" sz="1200" dirty="0">
                  <a:latin typeface="Courier New"/>
                  <a:ea typeface="맑은 고딕"/>
                  <a:cs typeface="Courier New"/>
                </a:rPr>
                <a:t> = fork();</a:t>
              </a:r>
            </a:p>
            <a:p>
              <a:pPr lvl="0">
                <a:defRPr/>
              </a:pPr>
              <a:endParaRPr lang="en-US" altLang="ko-KR" sz="1200" dirty="0">
                <a:solidFill>
                  <a:schemeClr val="accent6"/>
                </a:solidFill>
                <a:latin typeface="Courier New"/>
                <a:ea typeface="맑은 고딕"/>
                <a:cs typeface="Courier New"/>
              </a:endParaRPr>
            </a:p>
            <a:p>
              <a:pPr lvl="0">
                <a:defRPr/>
              </a:pPr>
              <a:endParaRPr lang="en-US" altLang="ko-KR" sz="1200" dirty="0">
                <a:solidFill>
                  <a:schemeClr val="accent6"/>
                </a:solidFill>
                <a:latin typeface="Courier New"/>
                <a:ea typeface="맑은 고딕"/>
                <a:cs typeface="Courier New"/>
              </a:endParaRPr>
            </a:p>
            <a:p>
              <a:pPr lvl="0">
                <a:defRPr/>
              </a:pPr>
              <a:r>
                <a:rPr lang="en-US" altLang="ko-KR" sz="1200" dirty="0">
                  <a:solidFill>
                    <a:schemeClr val="accent6"/>
                  </a:solidFill>
                  <a:latin typeface="Courier New"/>
                  <a:ea typeface="맑은 고딕"/>
                  <a:cs typeface="Courier New"/>
                </a:rPr>
                <a:t>if</a:t>
              </a:r>
              <a:r>
                <a:rPr lang="en-US" altLang="ko-KR" sz="1200" dirty="0">
                  <a:latin typeface="Courier New"/>
                  <a:ea typeface="맑은 고딕"/>
                  <a:cs typeface="Courier New"/>
                </a:rPr>
                <a:t> (</a:t>
              </a:r>
              <a:r>
                <a:rPr lang="en-US" altLang="ko-KR" sz="1200" dirty="0" err="1">
                  <a:latin typeface="Courier New"/>
                  <a:ea typeface="맑은 고딕"/>
                  <a:cs typeface="Courier New"/>
                </a:rPr>
                <a:t>pid</a:t>
              </a:r>
              <a:r>
                <a:rPr lang="en-US" altLang="ko-KR" sz="1200" dirty="0">
                  <a:latin typeface="Courier New"/>
                  <a:ea typeface="맑은 고딕"/>
                  <a:cs typeface="Courier New"/>
                </a:rPr>
                <a:t> == 0){</a:t>
              </a:r>
            </a:p>
            <a:p>
              <a:pPr lvl="0">
                <a:defRPr/>
              </a:pPr>
              <a:r>
                <a:rPr lang="en-US" altLang="ko-KR" sz="1200" dirty="0">
                  <a:latin typeface="Courier New"/>
                  <a:ea typeface="맑은 고딕"/>
                  <a:cs typeface="Courier New"/>
                </a:rPr>
                <a:t>  </a:t>
              </a:r>
              <a:r>
                <a:rPr lang="en-US" altLang="ko-KR" sz="1200" dirty="0" err="1">
                  <a:latin typeface="Courier New"/>
                  <a:ea typeface="맑은 고딕"/>
                  <a:cs typeface="Courier New"/>
                </a:rPr>
                <a:t>execvp</a:t>
              </a:r>
              <a:r>
                <a:rPr lang="en-US" altLang="ko-KR" sz="1200" dirty="0">
                  <a:latin typeface="Courier New"/>
                  <a:ea typeface="맑은 고딕"/>
                  <a:cs typeface="Courier New"/>
                </a:rPr>
                <a:t>(arguments[0], arguments);</a:t>
              </a:r>
            </a:p>
            <a:p>
              <a:pPr lvl="0">
                <a:defRPr/>
              </a:pPr>
              <a:r>
                <a:rPr lang="en-US" altLang="ko-KR" sz="1200" dirty="0">
                  <a:latin typeface="Courier New"/>
                  <a:ea typeface="맑은 고딕"/>
                  <a:cs typeface="Courier New"/>
                </a:rPr>
                <a:t>} </a:t>
              </a:r>
            </a:p>
            <a:p>
              <a:pPr lvl="0">
                <a:defRPr/>
              </a:pPr>
              <a:endParaRPr lang="en-US" altLang="ko-KR" sz="1200" dirty="0">
                <a:latin typeface="Courier New"/>
                <a:ea typeface="맑은 고딕"/>
                <a:cs typeface="Courier New"/>
              </a:endParaRPr>
            </a:p>
            <a:p>
              <a:pPr lvl="0">
                <a:defRPr/>
              </a:pPr>
              <a:r>
                <a:rPr lang="en-US" altLang="ko-KR" sz="1200" dirty="0">
                  <a:latin typeface="Courier New"/>
                  <a:ea typeface="맑은 고딕"/>
                  <a:cs typeface="Courier New"/>
                </a:rPr>
                <a:t>/* Parent process */</a:t>
              </a:r>
            </a:p>
            <a:p>
              <a:pPr lvl="0">
                <a:defRPr/>
              </a:pPr>
              <a:r>
                <a:rPr lang="en-US" altLang="ko-KR" sz="1200" dirty="0">
                  <a:latin typeface="Courier New"/>
                  <a:ea typeface="맑은 고딕"/>
                  <a:cs typeface="Courier New"/>
                </a:rPr>
                <a:t>while(1) {</a:t>
              </a:r>
            </a:p>
            <a:p>
              <a:pPr lvl="0">
                <a:defRPr/>
              </a:pPr>
              <a:r>
                <a:rPr lang="en-US" altLang="ko-KR" sz="1200" dirty="0">
                  <a:latin typeface="Courier New"/>
                  <a:ea typeface="맑은 고딕"/>
                  <a:cs typeface="Courier New"/>
                </a:rPr>
                <a:t>  // Check if a foreground job is </a:t>
              </a:r>
            </a:p>
            <a:p>
              <a:pPr lvl="0">
                <a:defRPr/>
              </a:pPr>
              <a:r>
                <a:rPr lang="en-US" altLang="ko-KR" sz="1200" dirty="0">
                  <a:latin typeface="Courier New"/>
                  <a:ea typeface="맑은 고딕"/>
                  <a:cs typeface="Courier New"/>
                </a:rPr>
                <a:t>  // still running</a:t>
              </a:r>
            </a:p>
            <a:p>
              <a:pPr lvl="0">
                <a:defRPr/>
              </a:pPr>
              <a:r>
                <a:rPr lang="en-US" altLang="ko-KR" sz="1200" dirty="0">
                  <a:latin typeface="Courier New"/>
                  <a:ea typeface="맑은 고딕"/>
                  <a:cs typeface="Courier New"/>
                </a:rPr>
                <a:t>}</a:t>
              </a:r>
            </a:p>
          </p:txBody>
        </p:sp>
        <p:sp>
          <p:nvSpPr>
            <p:cNvPr id="6" name="TextBox 5"/>
            <p:cNvSpPr txBox="1"/>
            <p:nvPr/>
          </p:nvSpPr>
          <p:spPr>
            <a:xfrm>
              <a:off x="9190832" y="2015306"/>
              <a:ext cx="2829621" cy="1316066"/>
            </a:xfrm>
            <a:prstGeom prst="rect">
              <a:avLst/>
            </a:prstGeom>
            <a:noFill/>
          </p:spPr>
          <p:txBody>
            <a:bodyPr wrap="none">
              <a:spAutoFit/>
            </a:bodyPr>
            <a:lstStyle/>
            <a:p>
              <a:pPr>
                <a:lnSpc>
                  <a:spcPct val="200000"/>
                </a:lnSpc>
                <a:defRPr/>
              </a:pPr>
              <a:r>
                <a:rPr lang="ko-KR" altLang="en-US" sz="1400" b="1" dirty="0">
                  <a:latin typeface="Tahoma" panose="020B0604030504040204" pitchFamily="34" charset="0"/>
                  <a:cs typeface="Tahoma" panose="020B0604030504040204" pitchFamily="34" charset="0"/>
                </a:rPr>
                <a:t>② </a:t>
              </a:r>
              <a:r>
                <a:rPr lang="en-US" altLang="ko-KR" sz="1400" b="1" dirty="0">
                  <a:latin typeface="Tahoma" panose="020B0604030504040204" pitchFamily="34" charset="0"/>
                  <a:ea typeface="Tahoma" panose="020B0604030504040204" pitchFamily="34" charset="0"/>
                  <a:cs typeface="Tahoma" panose="020B0604030504040204" pitchFamily="34" charset="0"/>
                </a:rPr>
                <a:t>Parse(Tokenize) command</a:t>
              </a:r>
            </a:p>
            <a:p>
              <a:pPr>
                <a:lnSpc>
                  <a:spcPct val="200000"/>
                </a:lnSpc>
                <a:defRPr/>
              </a:pPr>
              <a:endParaRPr lang="en-US" altLang="ko-KR" sz="1400" b="1" dirty="0">
                <a:latin typeface="Tahoma" panose="020B0604030504040204" pitchFamily="34" charset="0"/>
                <a:cs typeface="Tahoma" panose="020B0604030504040204" pitchFamily="34" charset="0"/>
              </a:endParaRPr>
            </a:p>
            <a:p>
              <a:pPr>
                <a:lnSpc>
                  <a:spcPct val="200000"/>
                </a:lnSpc>
                <a:defRPr/>
              </a:pPr>
              <a:r>
                <a:rPr lang="ko-KR" altLang="en-US" sz="1400" b="1" dirty="0">
                  <a:latin typeface="Tahoma" panose="020B0604030504040204" pitchFamily="34" charset="0"/>
                  <a:cs typeface="Tahoma" panose="020B0604030504040204" pitchFamily="34" charset="0"/>
                </a:rPr>
                <a:t>③ </a:t>
              </a:r>
              <a:r>
                <a:rPr lang="en-US" altLang="ko-KR" sz="1400" b="1" dirty="0">
                  <a:latin typeface="Tahoma" panose="020B0604030504040204" pitchFamily="34" charset="0"/>
                  <a:ea typeface="Tahoma" panose="020B0604030504040204" pitchFamily="34" charset="0"/>
                  <a:cs typeface="Tahoma" panose="020B0604030504040204" pitchFamily="34" charset="0"/>
                </a:rPr>
                <a:t>Compose argument array</a:t>
              </a:r>
            </a:p>
          </p:txBody>
        </p:sp>
        <p:cxnSp>
          <p:nvCxnSpPr>
            <p:cNvPr id="7" name="직선 연결선 6"/>
            <p:cNvCxnSpPr/>
            <p:nvPr/>
          </p:nvCxnSpPr>
          <p:spPr>
            <a:xfrm flipV="1">
              <a:off x="5281071" y="1486986"/>
              <a:ext cx="6842522" cy="2449"/>
            </a:xfrm>
            <a:prstGeom prst="line">
              <a:avLst/>
            </a:prstGeom>
            <a:noFill/>
            <a:ln w="19050" cap="flat" cmpd="sng" algn="ctr">
              <a:solidFill>
                <a:sysClr val="windowText" lastClr="000000"/>
              </a:solidFill>
              <a:prstDash val="dash"/>
              <a:miter/>
            </a:ln>
            <a:effectLst/>
          </p:spPr>
        </p:cxnSp>
        <p:sp>
          <p:nvSpPr>
            <p:cNvPr id="8" name="TextBox 7"/>
            <p:cNvSpPr txBox="1"/>
            <p:nvPr/>
          </p:nvSpPr>
          <p:spPr>
            <a:xfrm>
              <a:off x="9190832" y="1482739"/>
              <a:ext cx="2020105" cy="307777"/>
            </a:xfrm>
            <a:prstGeom prst="rect">
              <a:avLst/>
            </a:prstGeom>
            <a:noFill/>
          </p:spPr>
          <p:txBody>
            <a:bodyPr wrap="none">
              <a:spAutoFit/>
            </a:bodyPr>
            <a:lstStyle/>
            <a:p>
              <a:pPr lvl="0">
                <a:defRPr/>
              </a:pPr>
              <a:r>
                <a:rPr lang="ko-KR" altLang="en-US" sz="1400" b="1" dirty="0">
                  <a:latin typeface="Tahoma" panose="020B0604030504040204" pitchFamily="34" charset="0"/>
                  <a:cs typeface="Tahoma" panose="020B0604030504040204" pitchFamily="34" charset="0"/>
                </a:rPr>
                <a:t>① </a:t>
              </a:r>
              <a:r>
                <a:rPr lang="en-US" altLang="ko-KR" sz="1400" b="1" dirty="0">
                  <a:latin typeface="Tahoma" panose="020B0604030504040204" pitchFamily="34" charset="0"/>
                  <a:ea typeface="Tahoma" panose="020B0604030504040204" pitchFamily="34" charset="0"/>
                  <a:cs typeface="Tahoma" panose="020B0604030504040204" pitchFamily="34" charset="0"/>
                </a:rPr>
                <a:t>Get the command</a:t>
              </a:r>
            </a:p>
          </p:txBody>
        </p:sp>
        <p:sp>
          <p:nvSpPr>
            <p:cNvPr id="10" name="TextBox 9"/>
            <p:cNvSpPr txBox="1"/>
            <p:nvPr/>
          </p:nvSpPr>
          <p:spPr>
            <a:xfrm>
              <a:off x="9190832" y="4264185"/>
              <a:ext cx="2254085" cy="307777"/>
            </a:xfrm>
            <a:prstGeom prst="rect">
              <a:avLst/>
            </a:prstGeom>
            <a:noFill/>
          </p:spPr>
          <p:txBody>
            <a:bodyPr wrap="square">
              <a:spAutoFit/>
            </a:bodyPr>
            <a:lstStyle/>
            <a:p>
              <a:pPr lvl="0">
                <a:defRPr/>
              </a:pPr>
              <a:r>
                <a:rPr lang="ko-KR" altLang="en-US" sz="1400" b="1" dirty="0">
                  <a:latin typeface="Tahoma" panose="020B0604030504040204" pitchFamily="34" charset="0"/>
                  <a:cs typeface="Tahoma" panose="020B0604030504040204" pitchFamily="34" charset="0"/>
                </a:rPr>
                <a:t>④ </a:t>
              </a:r>
              <a:r>
                <a:rPr lang="en-US" altLang="ko-KR" sz="1400" b="1" dirty="0">
                  <a:latin typeface="Tahoma" panose="020B0604030504040204" pitchFamily="34" charset="0"/>
                  <a:ea typeface="Tahoma" panose="020B0604030504040204" pitchFamily="34" charset="0"/>
                  <a:cs typeface="Tahoma" panose="020B0604030504040204" pitchFamily="34" charset="0"/>
                </a:rPr>
                <a:t>Fork child process </a:t>
              </a:r>
            </a:p>
          </p:txBody>
        </p:sp>
        <p:sp>
          <p:nvSpPr>
            <p:cNvPr id="13" name="TextBox 12"/>
            <p:cNvSpPr txBox="1"/>
            <p:nvPr/>
          </p:nvSpPr>
          <p:spPr>
            <a:xfrm>
              <a:off x="9190831" y="5427060"/>
              <a:ext cx="2728375" cy="738664"/>
            </a:xfrm>
            <a:prstGeom prst="rect">
              <a:avLst/>
            </a:prstGeom>
            <a:noFill/>
          </p:spPr>
          <p:txBody>
            <a:bodyPr wrap="square">
              <a:spAutoFit/>
            </a:bodyPr>
            <a:lstStyle/>
            <a:p>
              <a:pPr lvl="0">
                <a:defRPr/>
              </a:pPr>
              <a:r>
                <a:rPr lang="ko-KR" altLang="en-US" sz="1400" b="1" dirty="0">
                  <a:latin typeface="Tahoma" panose="020B0604030504040204" pitchFamily="34" charset="0"/>
                  <a:cs typeface="Tahoma" panose="020B0604030504040204" pitchFamily="34" charset="0"/>
                </a:rPr>
                <a:t>⑥ </a:t>
              </a:r>
              <a:r>
                <a:rPr lang="en-US" altLang="ko-KR" sz="1400" b="1" dirty="0">
                  <a:latin typeface="Tahoma" panose="020B0604030504040204" pitchFamily="34" charset="0"/>
                  <a:ea typeface="Tahoma" panose="020B0604030504040204" pitchFamily="34" charset="0"/>
                  <a:cs typeface="Tahoma" panose="020B0604030504040204" pitchFamily="34" charset="0"/>
                </a:rPr>
                <a:t>Parent process :</a:t>
              </a:r>
            </a:p>
            <a:p>
              <a:pPr lvl="0">
                <a:defRPr/>
              </a:pPr>
              <a:r>
                <a:rPr lang="en-US" altLang="ko-KR" sz="1400" b="1" dirty="0">
                  <a:latin typeface="Tahoma" panose="020B0604030504040204" pitchFamily="34" charset="0"/>
                  <a:ea typeface="Tahoma" panose="020B0604030504040204" pitchFamily="34" charset="0"/>
                  <a:cs typeface="Tahoma" panose="020B0604030504040204" pitchFamily="34" charset="0"/>
                </a:rPr>
                <a:t>     while loop waiting for the foreground job to finish</a:t>
              </a:r>
            </a:p>
          </p:txBody>
        </p:sp>
        <p:cxnSp>
          <p:nvCxnSpPr>
            <p:cNvPr id="15" name="직선 연결선 14"/>
            <p:cNvCxnSpPr/>
            <p:nvPr/>
          </p:nvCxnSpPr>
          <p:spPr>
            <a:xfrm flipV="1">
              <a:off x="5281071" y="2581632"/>
              <a:ext cx="6842522" cy="2449"/>
            </a:xfrm>
            <a:prstGeom prst="line">
              <a:avLst/>
            </a:prstGeom>
            <a:noFill/>
            <a:ln w="19050" cap="flat" cmpd="sng" algn="ctr">
              <a:solidFill>
                <a:sysClr val="windowText" lastClr="000000"/>
              </a:solidFill>
              <a:prstDash val="dash"/>
              <a:miter/>
            </a:ln>
            <a:effectLst/>
          </p:spPr>
        </p:cxnSp>
        <p:cxnSp>
          <p:nvCxnSpPr>
            <p:cNvPr id="16" name="직선 연결선 15"/>
            <p:cNvCxnSpPr/>
            <p:nvPr/>
          </p:nvCxnSpPr>
          <p:spPr>
            <a:xfrm flipV="1">
              <a:off x="5281071" y="4166313"/>
              <a:ext cx="6842522" cy="2449"/>
            </a:xfrm>
            <a:prstGeom prst="line">
              <a:avLst/>
            </a:prstGeom>
            <a:noFill/>
            <a:ln w="19050" cap="flat" cmpd="sng" algn="ctr">
              <a:solidFill>
                <a:sysClr val="windowText" lastClr="000000"/>
              </a:solidFill>
              <a:prstDash val="dash"/>
              <a:miter/>
            </a:ln>
            <a:effectLst/>
          </p:spPr>
        </p:cxnSp>
        <p:cxnSp>
          <p:nvCxnSpPr>
            <p:cNvPr id="17" name="직선 연결선 16"/>
            <p:cNvCxnSpPr/>
            <p:nvPr/>
          </p:nvCxnSpPr>
          <p:spPr>
            <a:xfrm flipV="1">
              <a:off x="5281071" y="4647806"/>
              <a:ext cx="6842522" cy="2449"/>
            </a:xfrm>
            <a:prstGeom prst="line">
              <a:avLst/>
            </a:prstGeom>
            <a:noFill/>
            <a:ln w="19050" cap="flat" cmpd="sng" algn="ctr">
              <a:solidFill>
                <a:sysClr val="windowText" lastClr="000000"/>
              </a:solidFill>
              <a:prstDash val="dash"/>
              <a:miter/>
            </a:ln>
            <a:effectLst/>
          </p:spPr>
        </p:cxnSp>
        <p:cxnSp>
          <p:nvCxnSpPr>
            <p:cNvPr id="18" name="직선 연결선 17"/>
            <p:cNvCxnSpPr/>
            <p:nvPr/>
          </p:nvCxnSpPr>
          <p:spPr>
            <a:xfrm flipV="1">
              <a:off x="5281071" y="5419109"/>
              <a:ext cx="6842522" cy="2449"/>
            </a:xfrm>
            <a:prstGeom prst="line">
              <a:avLst/>
            </a:prstGeom>
            <a:noFill/>
            <a:ln w="19050" cap="flat" cmpd="sng" algn="ctr">
              <a:solidFill>
                <a:sysClr val="windowText" lastClr="000000"/>
              </a:solidFill>
              <a:prstDash val="dash"/>
              <a:miter/>
            </a:ln>
            <a:effectLst/>
          </p:spPr>
        </p:cxnSp>
      </p:grpSp>
      <p:sp>
        <p:nvSpPr>
          <p:cNvPr id="9" name="TextBox 8">
            <a:extLst>
              <a:ext uri="{FF2B5EF4-FFF2-40B4-BE49-F238E27FC236}">
                <a16:creationId xmlns:a16="http://schemas.microsoft.com/office/drawing/2014/main" id="{E53B6B55-6CBB-6531-D411-D038E6549511}"/>
              </a:ext>
            </a:extLst>
          </p:cNvPr>
          <p:cNvSpPr txBox="1"/>
          <p:nvPr/>
        </p:nvSpPr>
        <p:spPr>
          <a:xfrm>
            <a:off x="9132642" y="4090387"/>
            <a:ext cx="2728375" cy="738664"/>
          </a:xfrm>
          <a:prstGeom prst="rect">
            <a:avLst/>
          </a:prstGeom>
          <a:noFill/>
        </p:spPr>
        <p:txBody>
          <a:bodyPr wrap="square">
            <a:spAutoFit/>
          </a:bodyPr>
          <a:lstStyle/>
          <a:p>
            <a:pPr lvl="0">
              <a:defRPr/>
            </a:pPr>
            <a:r>
              <a:rPr lang="ko-KR" altLang="en-US" sz="1400" b="1" dirty="0">
                <a:latin typeface="Tahoma" panose="020B0604030504040204" pitchFamily="34" charset="0"/>
                <a:cs typeface="Tahoma" panose="020B0604030504040204" pitchFamily="34" charset="0"/>
              </a:rPr>
              <a:t>⑤ </a:t>
            </a:r>
            <a:r>
              <a:rPr lang="en-US" altLang="ko-KR" sz="1400" b="1" dirty="0">
                <a:latin typeface="Tahoma" panose="020B0604030504040204" pitchFamily="34" charset="0"/>
                <a:ea typeface="Tahoma" panose="020B0604030504040204" pitchFamily="34" charset="0"/>
                <a:cs typeface="Tahoma" panose="020B0604030504040204" pitchFamily="34" charset="0"/>
              </a:rPr>
              <a:t>Child process:</a:t>
            </a:r>
          </a:p>
          <a:p>
            <a:pPr lvl="0">
              <a:defRPr/>
            </a:pPr>
            <a:r>
              <a:rPr lang="en-US" altLang="ko-KR" sz="1400" b="1" dirty="0">
                <a:latin typeface="Tahoma" panose="020B0604030504040204" pitchFamily="34" charset="0"/>
                <a:ea typeface="Tahoma" panose="020B0604030504040204" pitchFamily="34" charset="0"/>
                <a:cs typeface="Tahoma" panose="020B0604030504040204" pitchFamily="34" charset="0"/>
              </a:rPr>
              <a:t>   changes its execution</a:t>
            </a:r>
          </a:p>
          <a:p>
            <a:pPr lvl="0">
              <a:defRPr/>
            </a:pPr>
            <a:r>
              <a:rPr lang="en-US" altLang="ko-KR" sz="1400" b="1" dirty="0">
                <a:latin typeface="Tahoma" panose="020B0604030504040204" pitchFamily="34" charset="0"/>
                <a:ea typeface="Tahoma" panose="020B0604030504040204" pitchFamily="34" charset="0"/>
                <a:cs typeface="Tahoma" panose="020B0604030504040204" pitchFamily="34" charset="0"/>
              </a:rPr>
              <a:t>   image to arguments[0]</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2FFB6-2EBC-AC79-F019-DA38A104FCCA}"/>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29723378-34A9-35AE-4D2D-F937C06891E2}"/>
              </a:ext>
            </a:extLst>
          </p:cNvPr>
          <p:cNvSpPr>
            <a:spLocks noGrp="1"/>
          </p:cNvSpPr>
          <p:nvPr>
            <p:ph type="ctrTitle"/>
          </p:nvPr>
        </p:nvSpPr>
        <p:spPr/>
        <p:txBody>
          <a:bodyPr/>
          <a:lstStyle/>
          <a:p>
            <a:r>
              <a:rPr lang="en-US" altLang="ko-KR" dirty="0"/>
              <a:t>Your TO-DOs for </a:t>
            </a:r>
            <a:r>
              <a:rPr lang="en-US" altLang="ko-KR" dirty="0" err="1"/>
              <a:t>snush</a:t>
            </a:r>
            <a:r>
              <a:rPr lang="en-US" altLang="ko-KR" dirty="0"/>
              <a:t>:</a:t>
            </a:r>
            <a:br>
              <a:rPr lang="en-US" altLang="ko-KR" dirty="0"/>
            </a:br>
            <a:r>
              <a:rPr lang="en-US" altLang="ko-KR" dirty="0"/>
              <a:t>Basic</a:t>
            </a:r>
            <a:r>
              <a:rPr lang="ko-KR" altLang="en-US" dirty="0"/>
              <a:t> </a:t>
            </a:r>
            <a:r>
              <a:rPr lang="en-US" altLang="ko-KR" dirty="0"/>
              <a:t>Shell</a:t>
            </a:r>
            <a:r>
              <a:rPr lang="ko-KR" altLang="en-US" dirty="0"/>
              <a:t> </a:t>
            </a:r>
            <a:r>
              <a:rPr lang="en-US" altLang="ko-KR" dirty="0"/>
              <a:t>Functions</a:t>
            </a:r>
            <a:endParaRPr lang="ko-KR" altLang="en-US" dirty="0"/>
          </a:p>
        </p:txBody>
      </p:sp>
      <p:sp>
        <p:nvSpPr>
          <p:cNvPr id="3" name="부제목 2">
            <a:extLst>
              <a:ext uri="{FF2B5EF4-FFF2-40B4-BE49-F238E27FC236}">
                <a16:creationId xmlns:a16="http://schemas.microsoft.com/office/drawing/2014/main" id="{A5AB8966-B49D-3ABA-B9EB-2593E18CCCA5}"/>
              </a:ext>
            </a:extLst>
          </p:cNvPr>
          <p:cNvSpPr>
            <a:spLocks noGrp="1"/>
          </p:cNvSpPr>
          <p:nvPr>
            <p:ph type="subTitle" idx="1"/>
          </p:nvPr>
        </p:nvSpPr>
        <p:spPr/>
        <p:txBody>
          <a:bodyPr/>
          <a:lstStyle/>
          <a:p>
            <a:endParaRPr lang="ko-KR" altLang="en-US" dirty="0"/>
          </a:p>
        </p:txBody>
      </p:sp>
    </p:spTree>
    <p:extLst>
      <p:ext uri="{BB962C8B-B14F-4D97-AF65-F5344CB8AC3E}">
        <p14:creationId xmlns:p14="http://schemas.microsoft.com/office/powerpoint/2010/main" val="2210534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C455CE53-4313-29BE-4BFC-2FB69250472B}"/>
              </a:ext>
            </a:extLst>
          </p:cNvPr>
          <p:cNvSpPr>
            <a:spLocks noGrp="1"/>
          </p:cNvSpPr>
          <p:nvPr>
            <p:ph type="sldNum" sz="quarter" idx="12"/>
          </p:nvPr>
        </p:nvSpPr>
        <p:spPr/>
        <p:txBody>
          <a:bodyPr/>
          <a:lstStyle/>
          <a:p>
            <a:r>
              <a:rPr lang="en-US" altLang="ko-KR" dirty="0"/>
              <a:t>-</a:t>
            </a:r>
            <a:fld id="{3D16D23B-24D6-455E-BBD7-6975BEA16FD4}" type="slidenum">
              <a:rPr lang="ko-KR" altLang="en-US" smtClean="0"/>
              <a:pPr/>
              <a:t>11</a:t>
            </a:fld>
            <a:r>
              <a:rPr lang="en-US" altLang="ko-KR" dirty="0"/>
              <a:t>-</a:t>
            </a:r>
            <a:endParaRPr lang="ko-KR" altLang="en-US" dirty="0"/>
          </a:p>
        </p:txBody>
      </p:sp>
      <p:sp>
        <p:nvSpPr>
          <p:cNvPr id="3" name="제목 2">
            <a:extLst>
              <a:ext uri="{FF2B5EF4-FFF2-40B4-BE49-F238E27FC236}">
                <a16:creationId xmlns:a16="http://schemas.microsoft.com/office/drawing/2014/main" id="{3524605E-8C5A-FC02-9CE9-2F47358ECCA3}"/>
              </a:ext>
            </a:extLst>
          </p:cNvPr>
          <p:cNvSpPr>
            <a:spLocks noGrp="1"/>
          </p:cNvSpPr>
          <p:nvPr>
            <p:ph type="title"/>
          </p:nvPr>
        </p:nvSpPr>
        <p:spPr/>
        <p:txBody>
          <a:bodyPr/>
          <a:lstStyle/>
          <a:p>
            <a:r>
              <a:rPr lang="en-US" altLang="ko-KR" dirty="0"/>
              <a:t>Functions for Basic Shell</a:t>
            </a:r>
            <a:endParaRPr lang="ko-KR" altLang="en-US" dirty="0"/>
          </a:p>
        </p:txBody>
      </p:sp>
      <p:sp>
        <p:nvSpPr>
          <p:cNvPr id="4" name="텍스트 개체 틀 3">
            <a:extLst>
              <a:ext uri="{FF2B5EF4-FFF2-40B4-BE49-F238E27FC236}">
                <a16:creationId xmlns:a16="http://schemas.microsoft.com/office/drawing/2014/main" id="{65BE5C69-1B92-BFE0-4A78-D44284D861C6}"/>
              </a:ext>
            </a:extLst>
          </p:cNvPr>
          <p:cNvSpPr>
            <a:spLocks noGrp="1"/>
          </p:cNvSpPr>
          <p:nvPr>
            <p:ph type="body" sz="quarter" idx="13"/>
          </p:nvPr>
        </p:nvSpPr>
        <p:spPr>
          <a:xfrm>
            <a:off x="350552" y="939800"/>
            <a:ext cx="11369963" cy="5229268"/>
          </a:xfrm>
        </p:spPr>
        <p:txBody>
          <a:bodyPr/>
          <a:lstStyle/>
          <a:p>
            <a:r>
              <a:rPr lang="en-US" altLang="ko-KR" b="1" dirty="0">
                <a:ea typeface="Tahoma" panose="020B0604030504040204" pitchFamily="34" charset="0"/>
              </a:rPr>
              <a:t>Implement external command execution using fork() and </a:t>
            </a:r>
            <a:r>
              <a:rPr lang="en-US" altLang="ko-KR" b="1" dirty="0" err="1">
                <a:ea typeface="Tahoma" panose="020B0604030504040204" pitchFamily="34" charset="0"/>
              </a:rPr>
              <a:t>execvp</a:t>
            </a:r>
            <a:r>
              <a:rPr lang="en-US" altLang="ko-KR" b="1" dirty="0">
                <a:ea typeface="Tahoma" panose="020B0604030504040204" pitchFamily="34" charset="0"/>
              </a:rPr>
              <a:t>(). </a:t>
            </a:r>
          </a:p>
          <a:p>
            <a:r>
              <a:rPr lang="en-US" altLang="ko-KR" dirty="0">
                <a:ea typeface="Tahoma" panose="020B0604030504040204" pitchFamily="34" charset="0"/>
              </a:rPr>
              <a:t>No need to implement internal (built-in) commands!</a:t>
            </a:r>
          </a:p>
          <a:p>
            <a:pPr lvl="1"/>
            <a:r>
              <a:rPr lang="en-US" altLang="ko-KR" dirty="0"/>
              <a:t>Two built-in commands are provided</a:t>
            </a:r>
          </a:p>
          <a:p>
            <a:pPr lvl="2"/>
            <a:r>
              <a:rPr lang="en-US" altLang="ko-KR" dirty="0">
                <a:latin typeface="Courier New" panose="02070309020205020404" pitchFamily="49" charset="0"/>
                <a:cs typeface="Courier New" panose="02070309020205020404" pitchFamily="49" charset="0"/>
              </a:rPr>
              <a:t>cd</a:t>
            </a:r>
            <a:r>
              <a:rPr lang="en-US" altLang="ko-KR" dirty="0"/>
              <a:t> command</a:t>
            </a:r>
          </a:p>
          <a:p>
            <a:pPr lvl="3"/>
            <a:r>
              <a:rPr lang="en-US" altLang="ko-KR" dirty="0"/>
              <a:t>Moves to the specified directory</a:t>
            </a:r>
          </a:p>
          <a:p>
            <a:pPr lvl="3"/>
            <a:r>
              <a:rPr lang="en-US" altLang="ko-KR" dirty="0"/>
              <a:t>If no argument is provided, use the env. variable (</a:t>
            </a:r>
            <a:r>
              <a:rPr lang="en-US" altLang="ko-KR" dirty="0">
                <a:latin typeface="Courier New" panose="02070309020205020404" pitchFamily="49" charset="0"/>
                <a:cs typeface="Courier New" panose="02070309020205020404" pitchFamily="49" charset="0"/>
              </a:rPr>
              <a:t>HOME</a:t>
            </a:r>
            <a:r>
              <a:rPr lang="en-US" altLang="ko-KR" dirty="0"/>
              <a:t>) to navigate to the home directory </a:t>
            </a:r>
          </a:p>
          <a:p>
            <a:pPr lvl="2"/>
            <a:r>
              <a:rPr lang="en-US" altLang="ko-KR" dirty="0">
                <a:latin typeface="Courier New" panose="02070309020205020404" pitchFamily="49" charset="0"/>
                <a:cs typeface="Courier New" panose="02070309020205020404" pitchFamily="49" charset="0"/>
              </a:rPr>
              <a:t>exit</a:t>
            </a:r>
            <a:r>
              <a:rPr lang="en-US" altLang="ko-KR" dirty="0"/>
              <a:t> command to exit the shell </a:t>
            </a:r>
            <a:r>
              <a:rPr lang="en-US" altLang="ko-KR" dirty="0" err="1">
                <a:latin typeface="Courier New" panose="02070309020205020404" pitchFamily="49" charset="0"/>
                <a:cs typeface="Courier New" panose="02070309020205020404" pitchFamily="49" charset="0"/>
              </a:rPr>
              <a:t>snush</a:t>
            </a:r>
            <a:endParaRPr lang="en-US" altLang="ko-KR" dirty="0">
              <a:latin typeface="Courier New" panose="02070309020205020404" pitchFamily="49" charset="0"/>
              <a:cs typeface="Courier New" panose="02070309020205020404" pitchFamily="49" charset="0"/>
            </a:endParaRPr>
          </a:p>
          <a:p>
            <a:pPr lvl="2"/>
            <a:endParaRPr lang="en-US" altLang="ko-KR" sz="1200" dirty="0">
              <a:latin typeface="Courier New" panose="02070309020205020404" pitchFamily="49" charset="0"/>
              <a:cs typeface="Courier New" panose="02070309020205020404" pitchFamily="49" charset="0"/>
            </a:endParaRPr>
          </a:p>
          <a:p>
            <a:r>
              <a:rPr lang="en-US" altLang="ko-KR" b="1" dirty="0"/>
              <a:t>Implement</a:t>
            </a:r>
            <a:r>
              <a:rPr lang="en-US" altLang="ko-KR" dirty="0"/>
              <a:t> </a:t>
            </a:r>
            <a:r>
              <a:rPr lang="en-US" altLang="ko-KR" dirty="0" err="1">
                <a:latin typeface="Courier New" panose="02070309020205020404" pitchFamily="49" charset="0"/>
                <a:cs typeface="Courier New" panose="02070309020205020404" pitchFamily="49" charset="0"/>
              </a:rPr>
              <a:t>fork_exec</a:t>
            </a:r>
            <a:r>
              <a:rPr lang="en-US" altLang="ko-KR" dirty="0">
                <a:latin typeface="Courier New" panose="02070309020205020404" pitchFamily="49" charset="0"/>
                <a:cs typeface="Courier New" panose="02070309020205020404" pitchFamily="49" charset="0"/>
              </a:rPr>
              <a:t>(), </a:t>
            </a:r>
            <a:r>
              <a:rPr lang="en-US" altLang="ko-KR" dirty="0" err="1">
                <a:latin typeface="Courier New" panose="02070309020205020404" pitchFamily="49" charset="0"/>
                <a:cs typeface="Courier New" panose="02070309020205020404" pitchFamily="49" charset="0"/>
              </a:rPr>
              <a:t>handle_sigchld</a:t>
            </a:r>
            <a:r>
              <a:rPr lang="en-US" altLang="ko-KR" dirty="0">
                <a:latin typeface="Courier New" panose="02070309020205020404" pitchFamily="49" charset="0"/>
                <a:cs typeface="Courier New" panose="02070309020205020404" pitchFamily="49" charset="0"/>
              </a:rPr>
              <a:t>(), </a:t>
            </a:r>
            <a:r>
              <a:rPr lang="en-US" altLang="ko-KR" dirty="0" err="1">
                <a:latin typeface="Courier New" panose="02070309020205020404" pitchFamily="49" charset="0"/>
                <a:cs typeface="Courier New" panose="02070309020205020404" pitchFamily="49" charset="0"/>
              </a:rPr>
              <a:t>handle_sigint</a:t>
            </a:r>
            <a:r>
              <a:rPr lang="en-US" altLang="ko-KR" dirty="0">
                <a:latin typeface="Courier New" panose="02070309020205020404" pitchFamily="49" charset="0"/>
                <a:cs typeface="Courier New" panose="02070309020205020404" pitchFamily="49" charset="0"/>
              </a:rPr>
              <a:t>()</a:t>
            </a:r>
          </a:p>
          <a:p>
            <a:r>
              <a:rPr lang="en-US" altLang="ko-KR" dirty="0">
                <a:ea typeface="Tahoma" panose="020B0604030504040204" pitchFamily="34" charset="0"/>
              </a:rPr>
              <a:t>Important </a:t>
            </a:r>
            <a:r>
              <a:rPr lang="en-US" altLang="ko-KR" dirty="0" err="1">
                <a:latin typeface="Courier New" panose="02070309020205020404" pitchFamily="49" charset="0"/>
                <a:ea typeface="Tahoma" panose="020B0604030504040204" pitchFamily="34" charset="0"/>
                <a:cs typeface="Courier New" panose="02070309020205020404" pitchFamily="49" charset="0"/>
              </a:rPr>
              <a:t>snush</a:t>
            </a:r>
            <a:r>
              <a:rPr lang="en-US" altLang="ko-KR" dirty="0">
                <a:ea typeface="Tahoma" panose="020B0604030504040204" pitchFamily="34" charset="0"/>
              </a:rPr>
              <a:t> functions to utilize</a:t>
            </a:r>
          </a:p>
          <a:p>
            <a:pPr lvl="1"/>
            <a:r>
              <a:rPr lang="en-US" altLang="ko-KR" dirty="0" err="1">
                <a:latin typeface="Courier New" panose="02070309020205020404" pitchFamily="49" charset="0"/>
                <a:ea typeface="Tahoma" panose="020B0604030504040204" pitchFamily="34" charset="0"/>
                <a:cs typeface="Courier New" panose="02070309020205020404" pitchFamily="49" charset="0"/>
              </a:rPr>
              <a:t>build_command</a:t>
            </a:r>
            <a:r>
              <a:rPr lang="en-US" altLang="ko-KR" dirty="0">
                <a:latin typeface="Courier New" panose="02070309020205020404" pitchFamily="49" charset="0"/>
                <a:ea typeface="Tahoma" panose="020B0604030504040204" pitchFamily="34" charset="0"/>
                <a:cs typeface="Courier New" panose="02070309020205020404" pitchFamily="49" charset="0"/>
              </a:rPr>
              <a:t>(): </a:t>
            </a:r>
            <a:r>
              <a:rPr lang="en-US" altLang="ko-KR" dirty="0"/>
              <a:t>a wrapper for </a:t>
            </a:r>
            <a:r>
              <a:rPr lang="en-US" altLang="ko-KR" dirty="0" err="1">
                <a:latin typeface="Courier New" panose="02070309020205020404" pitchFamily="49" charset="0"/>
                <a:cs typeface="Courier New" panose="02070309020205020404" pitchFamily="49" charset="0"/>
              </a:rPr>
              <a:t>build_command_partial</a:t>
            </a:r>
            <a:r>
              <a:rPr lang="en-US" altLang="ko-KR" dirty="0">
                <a:latin typeface="Courier New" panose="02070309020205020404" pitchFamily="49" charset="0"/>
                <a:cs typeface="Courier New" panose="02070309020205020404" pitchFamily="49" charset="0"/>
              </a:rPr>
              <a:t>()</a:t>
            </a:r>
          </a:p>
          <a:p>
            <a:pPr lvl="2"/>
            <a:r>
              <a:rPr lang="en-US" altLang="ko-KR" dirty="0"/>
              <a:t>Constructs the argument array before command execution.</a:t>
            </a:r>
          </a:p>
          <a:p>
            <a:pPr lvl="2"/>
            <a:r>
              <a:rPr lang="en-US" altLang="ko-KR" dirty="0"/>
              <a:t>Uses a full range of token indices</a:t>
            </a:r>
          </a:p>
          <a:p>
            <a:pPr lvl="1"/>
            <a:r>
              <a:rPr lang="en-US" altLang="ko-KR" dirty="0" err="1">
                <a:latin typeface="Courier New" panose="02070309020205020404" pitchFamily="49" charset="0"/>
                <a:cs typeface="Courier New" panose="02070309020205020404" pitchFamily="49" charset="0"/>
              </a:rPr>
              <a:t>wait_fg</a:t>
            </a:r>
            <a:r>
              <a:rPr lang="en-US" altLang="ko-KR" dirty="0">
                <a:latin typeface="Courier New" panose="02070309020205020404" pitchFamily="49" charset="0"/>
                <a:cs typeface="Courier New" panose="02070309020205020404" pitchFamily="49" charset="0"/>
              </a:rPr>
              <a:t>()</a:t>
            </a:r>
            <a:r>
              <a:rPr lang="en-US" altLang="ko-KR" dirty="0"/>
              <a:t>: </a:t>
            </a:r>
            <a:r>
              <a:rPr lang="en-US" altLang="ko-KR" b="0" dirty="0">
                <a:solidFill>
                  <a:schemeClr val="tx1"/>
                </a:solidFill>
                <a:effectLst/>
                <a:ea typeface="Tahoma" panose="020B0604030504040204" pitchFamily="34" charset="0"/>
              </a:rPr>
              <a:t>continuously checks whether the given job has finished executing</a:t>
            </a:r>
          </a:p>
          <a:p>
            <a:endParaRPr lang="en-US" altLang="ko-KR"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727526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5EDD2-619A-40E9-2F80-613127765CF5}"/>
            </a:ext>
          </a:extLst>
        </p:cNvPr>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89FE0184-49DD-397F-EBC1-1402662D3200}"/>
              </a:ext>
            </a:extLst>
          </p:cNvPr>
          <p:cNvSpPr>
            <a:spLocks noGrp="1"/>
          </p:cNvSpPr>
          <p:nvPr>
            <p:ph type="sldNum" sz="quarter" idx="12"/>
          </p:nvPr>
        </p:nvSpPr>
        <p:spPr/>
        <p:txBody>
          <a:bodyPr/>
          <a:lstStyle/>
          <a:p>
            <a:r>
              <a:rPr lang="en-US" altLang="ko-KR" dirty="0"/>
              <a:t>-</a:t>
            </a:r>
            <a:fld id="{3D16D23B-24D6-455E-BBD7-6975BEA16FD4}" type="slidenum">
              <a:rPr lang="ko-KR" altLang="en-US" smtClean="0"/>
              <a:pPr/>
              <a:t>12</a:t>
            </a:fld>
            <a:r>
              <a:rPr lang="en-US" altLang="ko-KR" dirty="0"/>
              <a:t>-</a:t>
            </a:r>
            <a:endParaRPr lang="ko-KR" altLang="en-US" dirty="0"/>
          </a:p>
        </p:txBody>
      </p:sp>
      <p:sp>
        <p:nvSpPr>
          <p:cNvPr id="3" name="제목 2">
            <a:extLst>
              <a:ext uri="{FF2B5EF4-FFF2-40B4-BE49-F238E27FC236}">
                <a16:creationId xmlns:a16="http://schemas.microsoft.com/office/drawing/2014/main" id="{58AC4461-F849-38EA-D332-B497031C89FB}"/>
              </a:ext>
            </a:extLst>
          </p:cNvPr>
          <p:cNvSpPr>
            <a:spLocks noGrp="1"/>
          </p:cNvSpPr>
          <p:nvPr>
            <p:ph type="title"/>
          </p:nvPr>
        </p:nvSpPr>
        <p:spPr/>
        <p:txBody>
          <a:bodyPr/>
          <a:lstStyle/>
          <a:p>
            <a:r>
              <a:rPr lang="en-US" altLang="ko-KR" dirty="0"/>
              <a:t>Functions</a:t>
            </a:r>
            <a:r>
              <a:rPr lang="ko-KR" altLang="en-US" dirty="0"/>
              <a:t> </a:t>
            </a:r>
            <a:r>
              <a:rPr lang="en-US" altLang="ko-KR" dirty="0"/>
              <a:t>for Basic Shell</a:t>
            </a:r>
            <a:endParaRPr lang="ko-KR" altLang="en-US" dirty="0"/>
          </a:p>
        </p:txBody>
      </p:sp>
      <p:sp>
        <p:nvSpPr>
          <p:cNvPr id="4" name="텍스트 개체 틀 3">
            <a:extLst>
              <a:ext uri="{FF2B5EF4-FFF2-40B4-BE49-F238E27FC236}">
                <a16:creationId xmlns:a16="http://schemas.microsoft.com/office/drawing/2014/main" id="{E3C36A18-7267-F47B-4DEA-DCE86E2A10CE}"/>
              </a:ext>
            </a:extLst>
          </p:cNvPr>
          <p:cNvSpPr>
            <a:spLocks noGrp="1"/>
          </p:cNvSpPr>
          <p:nvPr>
            <p:ph type="body" sz="quarter" idx="13"/>
          </p:nvPr>
        </p:nvSpPr>
        <p:spPr>
          <a:xfrm>
            <a:off x="247847" y="1102666"/>
            <a:ext cx="11696305" cy="5216742"/>
          </a:xfrm>
        </p:spPr>
        <p:txBody>
          <a:bodyPr/>
          <a:lstStyle/>
          <a:p>
            <a:r>
              <a:rPr lang="en-US" altLang="ko-KR" dirty="0"/>
              <a:t>You need to implement </a:t>
            </a:r>
            <a:r>
              <a:rPr lang="en-US" altLang="ko-KR" dirty="0" err="1">
                <a:latin typeface="Courier New" panose="02070309020205020404" pitchFamily="49" charset="0"/>
                <a:cs typeface="Courier New" panose="02070309020205020404" pitchFamily="49" charset="0"/>
              </a:rPr>
              <a:t>fork_exec</a:t>
            </a:r>
            <a:r>
              <a:rPr lang="en-US" altLang="ko-KR" dirty="0">
                <a:latin typeface="Courier New" panose="02070309020205020404" pitchFamily="49" charset="0"/>
                <a:cs typeface="Courier New" panose="02070309020205020404" pitchFamily="49" charset="0"/>
              </a:rPr>
              <a:t>(), </a:t>
            </a:r>
            <a:r>
              <a:rPr lang="en-US" altLang="ko-KR" dirty="0" err="1">
                <a:latin typeface="Courier New" panose="02070309020205020404" pitchFamily="49" charset="0"/>
                <a:cs typeface="Courier New" panose="02070309020205020404" pitchFamily="49" charset="0"/>
              </a:rPr>
              <a:t>handle_sigchld</a:t>
            </a:r>
            <a:r>
              <a:rPr lang="en-US" altLang="ko-KR" dirty="0">
                <a:latin typeface="Courier New" panose="02070309020205020404" pitchFamily="49" charset="0"/>
                <a:cs typeface="Courier New" panose="02070309020205020404" pitchFamily="49" charset="0"/>
              </a:rPr>
              <a:t>(),</a:t>
            </a:r>
            <a:r>
              <a:rPr lang="en-US" altLang="ko-KR" dirty="0" err="1">
                <a:latin typeface="Courier New" panose="02070309020205020404" pitchFamily="49" charset="0"/>
                <a:cs typeface="Courier New" panose="02070309020205020404" pitchFamily="49" charset="0"/>
              </a:rPr>
              <a:t>handle_sigint</a:t>
            </a:r>
            <a:r>
              <a:rPr lang="en-US" altLang="ko-KR" dirty="0">
                <a:latin typeface="Courier New" panose="02070309020205020404" pitchFamily="49" charset="0"/>
                <a:cs typeface="Courier New" panose="02070309020205020404" pitchFamily="49" charset="0"/>
              </a:rPr>
              <a:t>()</a:t>
            </a:r>
          </a:p>
          <a:p>
            <a:r>
              <a:rPr lang="en-US" altLang="ko-KR" dirty="0">
                <a:ea typeface="Tahoma" panose="020B0604030504040204" pitchFamily="34" charset="0"/>
              </a:rPr>
              <a:t>Important system calls to utilize</a:t>
            </a:r>
          </a:p>
          <a:p>
            <a:pPr lvl="1"/>
            <a:r>
              <a:rPr lang="en-US" altLang="ko-KR" dirty="0">
                <a:latin typeface="Courier New" panose="02070309020205020404" pitchFamily="49" charset="0"/>
                <a:ea typeface="Tahoma" panose="020B0604030504040204" pitchFamily="34" charset="0"/>
                <a:cs typeface="Courier New" panose="02070309020205020404" pitchFamily="49" charset="0"/>
              </a:rPr>
              <a:t>fork(),dup2(),</a:t>
            </a:r>
            <a:r>
              <a:rPr lang="en-US" altLang="ko-KR" dirty="0" err="1">
                <a:latin typeface="Courier New" panose="02070309020205020404" pitchFamily="49" charset="0"/>
                <a:ea typeface="Tahoma" panose="020B0604030504040204" pitchFamily="34" charset="0"/>
                <a:cs typeface="Courier New" panose="02070309020205020404" pitchFamily="49" charset="0"/>
              </a:rPr>
              <a:t>execvp</a:t>
            </a:r>
            <a:r>
              <a:rPr lang="en-US" altLang="ko-KR" dirty="0">
                <a:latin typeface="Courier New" panose="02070309020205020404" pitchFamily="49" charset="0"/>
                <a:ea typeface="Tahoma" panose="020B0604030504040204" pitchFamily="34" charset="0"/>
                <a:cs typeface="Courier New" panose="02070309020205020404" pitchFamily="49" charset="0"/>
              </a:rPr>
              <a:t>()</a:t>
            </a:r>
          </a:p>
          <a:p>
            <a:pPr lvl="1"/>
            <a:r>
              <a:rPr lang="en-US" altLang="ko-KR" dirty="0">
                <a:latin typeface="Courier New" panose="02070309020205020404" pitchFamily="49" charset="0"/>
                <a:ea typeface="Tahoma" panose="020B0604030504040204" pitchFamily="34" charset="0"/>
                <a:cs typeface="Courier New" panose="02070309020205020404" pitchFamily="49" charset="0"/>
              </a:rPr>
              <a:t>pipe(), open(), close()</a:t>
            </a:r>
          </a:p>
          <a:p>
            <a:pPr lvl="1"/>
            <a:r>
              <a:rPr lang="en-US" altLang="ko-KR" dirty="0" err="1">
                <a:latin typeface="Courier New" panose="02070309020205020404" pitchFamily="49" charset="0"/>
                <a:ea typeface="Tahoma" panose="020B0604030504040204" pitchFamily="34" charset="0"/>
                <a:cs typeface="Courier New" panose="02070309020205020404" pitchFamily="49" charset="0"/>
              </a:rPr>
              <a:t>setpgid</a:t>
            </a:r>
            <a:r>
              <a:rPr lang="en-US" altLang="ko-KR" dirty="0">
                <a:latin typeface="Courier New" panose="02070309020205020404" pitchFamily="49" charset="0"/>
                <a:ea typeface="Tahoma" panose="020B0604030504040204" pitchFamily="34" charset="0"/>
                <a:cs typeface="Courier New" panose="02070309020205020404" pitchFamily="49" charset="0"/>
              </a:rPr>
              <a:t>()</a:t>
            </a:r>
          </a:p>
          <a:p>
            <a:pPr lvl="2"/>
            <a:r>
              <a:rPr lang="en-US" altLang="ko-KR" dirty="0">
                <a:ea typeface="Tahoma" panose="020B0604030504040204" pitchFamily="34" charset="0"/>
              </a:rPr>
              <a:t>Sets the process group ID(PGID) of a process</a:t>
            </a:r>
          </a:p>
          <a:p>
            <a:pPr lvl="2"/>
            <a:r>
              <a:rPr lang="en-US" altLang="ko-KR" dirty="0">
                <a:ea typeface="Tahoma" panose="020B0604030504040204" pitchFamily="34" charset="0"/>
              </a:rPr>
              <a:t>Child creates a new PGID, so it can be managed independently for job control and signal handling (otherwise parent(shell) shell might also be affected)</a:t>
            </a:r>
          </a:p>
          <a:p>
            <a:pPr lvl="1"/>
            <a:r>
              <a:rPr lang="en-US" altLang="ko-KR" dirty="0" err="1">
                <a:latin typeface="Courier New" panose="02070309020205020404" pitchFamily="49" charset="0"/>
                <a:ea typeface="Tahoma" panose="020B0604030504040204" pitchFamily="34" charset="0"/>
                <a:cs typeface="Courier New" panose="02070309020205020404" pitchFamily="49" charset="0"/>
              </a:rPr>
              <a:t>tcsetpgrp</a:t>
            </a:r>
            <a:r>
              <a:rPr lang="en-US" altLang="ko-KR" dirty="0">
                <a:latin typeface="Courier New" panose="02070309020205020404" pitchFamily="49" charset="0"/>
                <a:ea typeface="Tahoma" panose="020B0604030504040204" pitchFamily="34" charset="0"/>
                <a:cs typeface="Courier New" panose="02070309020205020404" pitchFamily="49" charset="0"/>
              </a:rPr>
              <a:t>()</a:t>
            </a:r>
          </a:p>
          <a:p>
            <a:pPr lvl="2"/>
            <a:r>
              <a:rPr lang="en-US" altLang="ko-KR" dirty="0"/>
              <a:t>Assigns terminal control to a specific process group.</a:t>
            </a:r>
          </a:p>
          <a:p>
            <a:pPr lvl="2"/>
            <a:r>
              <a:rPr lang="en-US" altLang="ko-KR" dirty="0"/>
              <a:t>The shell uses it to give control to the foreground job while it runs and then restore control back to itself after the job finishes.</a:t>
            </a:r>
          </a:p>
          <a:p>
            <a:pPr lvl="2"/>
            <a:r>
              <a:rPr lang="en-US" altLang="ko-KR" dirty="0">
                <a:ea typeface="Tahoma" panose="020B0604030504040204" pitchFamily="34" charset="0"/>
              </a:rPr>
              <a:t>Ensures that terminal input signals (e.g., </a:t>
            </a:r>
            <a:r>
              <a:rPr lang="en-US" altLang="ko-KR" dirty="0" err="1">
                <a:ea typeface="Tahoma" panose="020B0604030504040204" pitchFamily="34" charset="0"/>
              </a:rPr>
              <a:t>Ctrl+C</a:t>
            </a:r>
            <a:r>
              <a:rPr lang="en-US" altLang="ko-KR" dirty="0">
                <a:ea typeface="Tahoma" panose="020B0604030504040204" pitchFamily="34" charset="0"/>
              </a:rPr>
              <a:t>) are delivered to the correct process group (the running job, not the shell).</a:t>
            </a:r>
            <a:endParaRPr lang="en-US" altLang="ko-KR" dirty="0">
              <a:latin typeface="Courier New" panose="02070309020205020404" pitchFamily="49" charset="0"/>
              <a:ea typeface="Tahoma" panose="020B0604030504040204" pitchFamily="34" charset="0"/>
              <a:cs typeface="Courier New" panose="02070309020205020404" pitchFamily="49" charset="0"/>
            </a:endParaRPr>
          </a:p>
          <a:p>
            <a:endParaRPr lang="en-US" altLang="ko-KR" dirty="0">
              <a:latin typeface="Courier New" panose="02070309020205020404" pitchFamily="49" charset="0"/>
              <a:ea typeface="Tahoma" panose="020B0604030504040204" pitchFamily="34" charset="0"/>
              <a:cs typeface="Courier New" panose="02070309020205020404" pitchFamily="49" charset="0"/>
            </a:endParaRPr>
          </a:p>
          <a:p>
            <a:endParaRPr lang="en-US" altLang="ko-KR" dirty="0">
              <a:latin typeface="Courier New" panose="02070309020205020404" pitchFamily="49" charset="0"/>
              <a:ea typeface="Tahoma" panose="020B0604030504040204" pitchFamily="34" charset="0"/>
              <a:cs typeface="Courier New" panose="02070309020205020404" pitchFamily="49" charset="0"/>
            </a:endParaRPr>
          </a:p>
        </p:txBody>
      </p:sp>
    </p:spTree>
    <p:extLst>
      <p:ext uri="{BB962C8B-B14F-4D97-AF65-F5344CB8AC3E}">
        <p14:creationId xmlns:p14="http://schemas.microsoft.com/office/powerpoint/2010/main" val="8599681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4FE60-DF61-2F5C-3C45-23234AB9482C}"/>
            </a:ext>
          </a:extLst>
        </p:cNvPr>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77662826-817C-5EBA-A979-37C8D01EF9C3}"/>
              </a:ext>
            </a:extLst>
          </p:cNvPr>
          <p:cNvSpPr>
            <a:spLocks noGrp="1"/>
          </p:cNvSpPr>
          <p:nvPr>
            <p:ph type="sldNum" sz="quarter" idx="12"/>
          </p:nvPr>
        </p:nvSpPr>
        <p:spPr/>
        <p:txBody>
          <a:bodyPr/>
          <a:lstStyle/>
          <a:p>
            <a:r>
              <a:rPr lang="en-US" altLang="ko-KR" dirty="0"/>
              <a:t>-</a:t>
            </a:r>
            <a:fld id="{3D16D23B-24D6-455E-BBD7-6975BEA16FD4}" type="slidenum">
              <a:rPr lang="ko-KR" altLang="en-US" smtClean="0"/>
              <a:pPr/>
              <a:t>13</a:t>
            </a:fld>
            <a:r>
              <a:rPr lang="en-US" altLang="ko-KR" dirty="0"/>
              <a:t>-</a:t>
            </a:r>
            <a:endParaRPr lang="ko-KR" altLang="en-US" dirty="0"/>
          </a:p>
        </p:txBody>
      </p:sp>
      <p:sp>
        <p:nvSpPr>
          <p:cNvPr id="3" name="제목 2">
            <a:extLst>
              <a:ext uri="{FF2B5EF4-FFF2-40B4-BE49-F238E27FC236}">
                <a16:creationId xmlns:a16="http://schemas.microsoft.com/office/drawing/2014/main" id="{06BA7E57-ABAC-2627-DBD2-1AD3AFDB0660}"/>
              </a:ext>
            </a:extLst>
          </p:cNvPr>
          <p:cNvSpPr>
            <a:spLocks noGrp="1"/>
          </p:cNvSpPr>
          <p:nvPr>
            <p:ph type="title"/>
          </p:nvPr>
        </p:nvSpPr>
        <p:spPr/>
        <p:txBody>
          <a:bodyPr/>
          <a:lstStyle/>
          <a:p>
            <a:r>
              <a:rPr lang="en-US" altLang="ko-KR" dirty="0"/>
              <a:t>Implementing Basic Shell Functions -</a:t>
            </a:r>
            <a:r>
              <a:rPr lang="en-US" altLang="ko-KR" dirty="0">
                <a:latin typeface="Courier New" panose="02070309020205020404" pitchFamily="49" charset="0"/>
                <a:cs typeface="Courier New" panose="02070309020205020404" pitchFamily="49" charset="0"/>
              </a:rPr>
              <a:t> </a:t>
            </a:r>
            <a:r>
              <a:rPr lang="en-US" altLang="ko-KR" dirty="0" err="1">
                <a:latin typeface="Courier New" panose="02070309020205020404" pitchFamily="49" charset="0"/>
                <a:cs typeface="Courier New" panose="02070309020205020404" pitchFamily="49" charset="0"/>
              </a:rPr>
              <a:t>fork_exec</a:t>
            </a:r>
            <a:r>
              <a:rPr lang="en-US" altLang="ko-KR" dirty="0">
                <a:latin typeface="Courier New" panose="02070309020205020404" pitchFamily="49" charset="0"/>
                <a:ea typeface="Tahoma" panose="020B0604030504040204" pitchFamily="34" charset="0"/>
                <a:cs typeface="Courier New" panose="02070309020205020404" pitchFamily="49" charset="0"/>
              </a:rPr>
              <a:t>()</a:t>
            </a:r>
            <a:endParaRPr lang="ko-KR" altLang="en-US" dirty="0"/>
          </a:p>
        </p:txBody>
      </p:sp>
      <p:sp>
        <p:nvSpPr>
          <p:cNvPr id="4" name="텍스트 개체 틀 3">
            <a:extLst>
              <a:ext uri="{FF2B5EF4-FFF2-40B4-BE49-F238E27FC236}">
                <a16:creationId xmlns:a16="http://schemas.microsoft.com/office/drawing/2014/main" id="{EA4DDEA8-2F17-D012-C50D-2011410B2365}"/>
              </a:ext>
            </a:extLst>
          </p:cNvPr>
          <p:cNvSpPr>
            <a:spLocks noGrp="1"/>
          </p:cNvSpPr>
          <p:nvPr>
            <p:ph type="body" sz="quarter" idx="13"/>
          </p:nvPr>
        </p:nvSpPr>
        <p:spPr>
          <a:xfrm>
            <a:off x="350552" y="946063"/>
            <a:ext cx="11369963" cy="5216742"/>
          </a:xfrm>
        </p:spPr>
        <p:txBody>
          <a:bodyPr/>
          <a:lstStyle/>
          <a:p>
            <a:pPr marL="0" indent="0">
              <a:buNone/>
            </a:pPr>
            <a:r>
              <a:rPr lang="en-US" altLang="ko-KR" dirty="0"/>
              <a:t>Handle single external command + I/O redirection</a:t>
            </a:r>
          </a:p>
          <a:p>
            <a:pPr marL="457200" indent="-457200">
              <a:buFont typeface="+mj-lt"/>
              <a:buAutoNum type="arabicPeriod"/>
            </a:pPr>
            <a:r>
              <a:rPr lang="en-US" altLang="ko-KR" dirty="0"/>
              <a:t>Create a child process </a:t>
            </a:r>
          </a:p>
          <a:p>
            <a:pPr marL="457200" indent="-457200">
              <a:buFont typeface="+mj-lt"/>
              <a:buAutoNum type="arabicPeriod"/>
            </a:pPr>
            <a:r>
              <a:rPr lang="en-US" altLang="ko-KR" dirty="0">
                <a:solidFill>
                  <a:schemeClr val="tx1"/>
                </a:solidFill>
                <a:ea typeface="Tahoma" panose="020B0604030504040204" pitchFamily="34" charset="0"/>
              </a:rPr>
              <a:t>Convert the tokenized input into an argument array for an external command</a:t>
            </a:r>
          </a:p>
          <a:p>
            <a:pPr marL="457200" indent="-457200">
              <a:buFont typeface="+mj-lt"/>
              <a:buAutoNum type="arabicPeriod"/>
            </a:pPr>
            <a:r>
              <a:rPr lang="en-US" altLang="ko-KR" dirty="0">
                <a:ea typeface="Tahoma" panose="020B0604030504040204" pitchFamily="34" charset="0"/>
              </a:rPr>
              <a:t>Do appropriate actions for supporting I/O redirection</a:t>
            </a:r>
          </a:p>
          <a:p>
            <a:pPr marL="457200" indent="-457200">
              <a:buFont typeface="+mj-lt"/>
              <a:buAutoNum type="arabicPeriod"/>
            </a:pPr>
            <a:r>
              <a:rPr lang="en-US" altLang="ko-KR" dirty="0"/>
              <a:t>Parent process should add job to a job manager</a:t>
            </a:r>
          </a:p>
          <a:p>
            <a:pPr marL="457200" indent="-457200">
              <a:buFont typeface="+mj-lt"/>
              <a:buAutoNum type="arabicPeriod"/>
            </a:pPr>
            <a:r>
              <a:rPr lang="en-US" altLang="ko-KR" dirty="0"/>
              <a:t>Execute the command in the child process</a:t>
            </a:r>
          </a:p>
          <a:p>
            <a:pPr marL="457200" indent="-457200">
              <a:buFont typeface="+mj-lt"/>
              <a:buAutoNum type="arabicPeriod"/>
            </a:pPr>
            <a:r>
              <a:rPr lang="en-US" altLang="ko-KR" dirty="0"/>
              <a:t>Make sure the parent process waits properly with </a:t>
            </a:r>
            <a:r>
              <a:rPr lang="en-US" altLang="ko-KR" dirty="0" err="1">
                <a:latin typeface="Courier New" panose="02070309020205020404" pitchFamily="49" charset="0"/>
                <a:cs typeface="Courier New" panose="02070309020205020404" pitchFamily="49" charset="0"/>
              </a:rPr>
              <a:t>wait_fg</a:t>
            </a:r>
            <a:r>
              <a:rPr lang="en-US" altLang="ko-KR" dirty="0">
                <a:latin typeface="Courier New" panose="02070309020205020404" pitchFamily="49" charset="0"/>
                <a:cs typeface="Courier New" panose="02070309020205020404" pitchFamily="49" charset="0"/>
              </a:rPr>
              <a:t>()</a:t>
            </a:r>
          </a:p>
          <a:p>
            <a:pPr marL="457200" indent="-457200">
              <a:buFont typeface="+mj-lt"/>
              <a:buAutoNum type="arabicPeriod"/>
            </a:pPr>
            <a:r>
              <a:rPr lang="en-US" altLang="ko-KR" dirty="0">
                <a:ea typeface="Tahoma" panose="020B0604030504040204" pitchFamily="34" charset="0"/>
              </a:rPr>
              <a:t>The return value of </a:t>
            </a:r>
            <a:r>
              <a:rPr lang="en-US" altLang="ko-KR" dirty="0" err="1">
                <a:latin typeface="Courier New" panose="02070309020205020404" pitchFamily="49" charset="0"/>
                <a:cs typeface="Courier New" panose="02070309020205020404" pitchFamily="49" charset="0"/>
              </a:rPr>
              <a:t>fork_exec</a:t>
            </a:r>
            <a:r>
              <a:rPr lang="en-US" altLang="ko-KR" dirty="0">
                <a:latin typeface="Courier New" panose="02070309020205020404" pitchFamily="49" charset="0"/>
                <a:ea typeface="Tahoma" panose="020B0604030504040204" pitchFamily="34" charset="0"/>
                <a:cs typeface="Courier New" panose="02070309020205020404" pitchFamily="49" charset="0"/>
              </a:rPr>
              <a:t>()</a:t>
            </a:r>
            <a:r>
              <a:rPr lang="en-US" altLang="ko-KR" dirty="0">
                <a:ea typeface="Tahoma" panose="020B0604030504040204" pitchFamily="34" charset="0"/>
              </a:rPr>
              <a:t> should be the job id</a:t>
            </a:r>
            <a:endParaRPr lang="en-US" altLang="ko-KR" dirty="0">
              <a:latin typeface="Courier New" panose="02070309020205020404" pitchFamily="49" charset="0"/>
              <a:cs typeface="Courier New" panose="02070309020205020404" pitchFamily="49" charset="0"/>
            </a:endParaRPr>
          </a:p>
          <a:p>
            <a:endParaRPr lang="en-US" altLang="ko-KR" dirty="0"/>
          </a:p>
        </p:txBody>
      </p:sp>
      <p:sp>
        <p:nvSpPr>
          <p:cNvPr id="5" name="TextBox 4">
            <a:extLst>
              <a:ext uri="{FF2B5EF4-FFF2-40B4-BE49-F238E27FC236}">
                <a16:creationId xmlns:a16="http://schemas.microsoft.com/office/drawing/2014/main" id="{DDC20FF4-A920-4247-A9F9-3CA079302658}"/>
              </a:ext>
            </a:extLst>
          </p:cNvPr>
          <p:cNvSpPr txBox="1"/>
          <p:nvPr/>
        </p:nvSpPr>
        <p:spPr>
          <a:xfrm>
            <a:off x="600610" y="4843688"/>
            <a:ext cx="7036735" cy="923330"/>
          </a:xfrm>
          <a:prstGeom prst="rect">
            <a:avLst/>
          </a:prstGeom>
          <a:noFill/>
        </p:spPr>
        <p:txBody>
          <a:bodyPr wrap="none" rtlCol="0">
            <a:spAutoFit/>
          </a:bodyPr>
          <a:lstStyle/>
          <a:p>
            <a:r>
              <a:rPr lang="en-US" altLang="ko-KR" b="1" dirty="0"/>
              <a:t>Job = The user's command line input</a:t>
            </a:r>
          </a:p>
          <a:p>
            <a:r>
              <a:rPr lang="en-US" altLang="ko-KR" dirty="0"/>
              <a:t> * Needs jobs &amp; job manager to track, control, signal groups of processes.</a:t>
            </a:r>
          </a:p>
          <a:p>
            <a:r>
              <a:rPr lang="en-US" altLang="ko-KR" dirty="0"/>
              <a:t>*  Allowing features like foreground control,  signal control, status track..</a:t>
            </a:r>
          </a:p>
        </p:txBody>
      </p:sp>
      <p:sp>
        <p:nvSpPr>
          <p:cNvPr id="6" name="TextBox 5">
            <a:extLst>
              <a:ext uri="{FF2B5EF4-FFF2-40B4-BE49-F238E27FC236}">
                <a16:creationId xmlns:a16="http://schemas.microsoft.com/office/drawing/2014/main" id="{E9BA86F0-5DA9-4140-8816-3BBC6D86AB1C}"/>
              </a:ext>
            </a:extLst>
          </p:cNvPr>
          <p:cNvSpPr txBox="1"/>
          <p:nvPr/>
        </p:nvSpPr>
        <p:spPr>
          <a:xfrm>
            <a:off x="7923938" y="4711608"/>
            <a:ext cx="4046635" cy="1200329"/>
          </a:xfrm>
          <a:prstGeom prst="rect">
            <a:avLst/>
          </a:prstGeom>
          <a:noFill/>
        </p:spPr>
        <p:txBody>
          <a:bodyPr wrap="square" rtlCol="0">
            <a:spAutoFit/>
          </a:bodyPr>
          <a:lstStyle/>
          <a:p>
            <a:r>
              <a:rPr lang="en-US" altLang="ko-KR" b="1" dirty="0"/>
              <a:t>Job Manager</a:t>
            </a:r>
          </a:p>
          <a:p>
            <a:pPr marL="285750" indent="-285750">
              <a:buFont typeface="Arial" panose="020B0604020202020204" pitchFamily="34" charset="0"/>
              <a:buChar char="•"/>
            </a:pPr>
            <a:r>
              <a:rPr lang="en-US" altLang="ko-KR" dirty="0"/>
              <a:t>Registers  each job</a:t>
            </a:r>
          </a:p>
          <a:p>
            <a:pPr marL="285750" indent="-285750">
              <a:buFont typeface="Arial" panose="020B0604020202020204" pitchFamily="34" charset="0"/>
              <a:buChar char="•"/>
            </a:pPr>
            <a:r>
              <a:rPr lang="en-US" altLang="ko-KR" dirty="0"/>
              <a:t>Assign  unique job id</a:t>
            </a:r>
          </a:p>
          <a:p>
            <a:pPr marL="285750" indent="-285750">
              <a:buFont typeface="Arial" panose="020B0604020202020204" pitchFamily="34" charset="0"/>
              <a:buChar char="•"/>
            </a:pPr>
            <a:r>
              <a:rPr lang="en-US" altLang="ko-KR" dirty="0"/>
              <a:t>Tracks all processes belong to the</a:t>
            </a:r>
            <a:r>
              <a:rPr lang="ko-KR" altLang="en-US" dirty="0"/>
              <a:t> </a:t>
            </a:r>
            <a:r>
              <a:rPr lang="en-US" altLang="ko-KR" dirty="0"/>
              <a:t>job</a:t>
            </a:r>
          </a:p>
        </p:txBody>
      </p:sp>
    </p:spTree>
    <p:extLst>
      <p:ext uri="{BB962C8B-B14F-4D97-AF65-F5344CB8AC3E}">
        <p14:creationId xmlns:p14="http://schemas.microsoft.com/office/powerpoint/2010/main" val="38009953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B865B-C4F1-3122-EF10-286AD3A7440D}"/>
            </a:ext>
          </a:extLst>
        </p:cNvPr>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711876B3-8FBD-E886-A919-13D1A63CA54C}"/>
              </a:ext>
            </a:extLst>
          </p:cNvPr>
          <p:cNvSpPr>
            <a:spLocks noGrp="1"/>
          </p:cNvSpPr>
          <p:nvPr>
            <p:ph type="sldNum" sz="quarter" idx="12"/>
          </p:nvPr>
        </p:nvSpPr>
        <p:spPr/>
        <p:txBody>
          <a:bodyPr/>
          <a:lstStyle/>
          <a:p>
            <a:r>
              <a:rPr lang="en-US" altLang="ko-KR"/>
              <a:t>-</a:t>
            </a:r>
            <a:fld id="{3D16D23B-24D6-455E-BBD7-6975BEA16FD4}" type="slidenum">
              <a:rPr lang="ko-KR" altLang="en-US" smtClean="0"/>
              <a:pPr/>
              <a:t>14</a:t>
            </a:fld>
            <a:r>
              <a:rPr lang="en-US" altLang="ko-KR"/>
              <a:t>-</a:t>
            </a:r>
            <a:endParaRPr lang="ko-KR" altLang="en-US" dirty="0"/>
          </a:p>
        </p:txBody>
      </p:sp>
      <p:sp>
        <p:nvSpPr>
          <p:cNvPr id="3" name="제목 2">
            <a:extLst>
              <a:ext uri="{FF2B5EF4-FFF2-40B4-BE49-F238E27FC236}">
                <a16:creationId xmlns:a16="http://schemas.microsoft.com/office/drawing/2014/main" id="{02E2CBDB-3C41-2633-6761-DE02F877DAB7}"/>
              </a:ext>
            </a:extLst>
          </p:cNvPr>
          <p:cNvSpPr>
            <a:spLocks noGrp="1"/>
          </p:cNvSpPr>
          <p:nvPr>
            <p:ph type="title"/>
          </p:nvPr>
        </p:nvSpPr>
        <p:spPr/>
        <p:txBody>
          <a:bodyPr/>
          <a:lstStyle/>
          <a:p>
            <a:r>
              <a:rPr lang="en-US" altLang="ko-KR" dirty="0"/>
              <a:t>Implementing Basic Shell Functions - </a:t>
            </a:r>
            <a:r>
              <a:rPr lang="en-US" altLang="ko-KR" dirty="0" err="1">
                <a:latin typeface="Courier New" panose="02070309020205020404" pitchFamily="49" charset="0"/>
                <a:cs typeface="Courier New" panose="02070309020205020404" pitchFamily="49" charset="0"/>
              </a:rPr>
              <a:t>handle_sigchld</a:t>
            </a:r>
            <a:r>
              <a:rPr lang="en-US" altLang="ko-KR" dirty="0">
                <a:latin typeface="Courier New" panose="02070309020205020404" pitchFamily="49" charset="0"/>
                <a:cs typeface="Courier New" panose="02070309020205020404" pitchFamily="49" charset="0"/>
              </a:rPr>
              <a:t>()</a:t>
            </a:r>
            <a:endParaRPr lang="ko-KR" altLang="en-US" dirty="0"/>
          </a:p>
        </p:txBody>
      </p:sp>
      <p:sp>
        <p:nvSpPr>
          <p:cNvPr id="4" name="텍스트 개체 틀 3">
            <a:extLst>
              <a:ext uri="{FF2B5EF4-FFF2-40B4-BE49-F238E27FC236}">
                <a16:creationId xmlns:a16="http://schemas.microsoft.com/office/drawing/2014/main" id="{B896A95A-4AEE-BECA-FA74-2150A4513B6E}"/>
              </a:ext>
            </a:extLst>
          </p:cNvPr>
          <p:cNvSpPr>
            <a:spLocks noGrp="1"/>
          </p:cNvSpPr>
          <p:nvPr>
            <p:ph type="body" sz="quarter" idx="13"/>
          </p:nvPr>
        </p:nvSpPr>
        <p:spPr>
          <a:xfrm>
            <a:off x="350981" y="939800"/>
            <a:ext cx="11369963" cy="5216742"/>
          </a:xfrm>
        </p:spPr>
        <p:txBody>
          <a:bodyPr/>
          <a:lstStyle/>
          <a:p>
            <a:pPr marL="457200" indent="-457200">
              <a:buFont typeface="+mj-ea"/>
              <a:buAutoNum type="circleNumDbPlain"/>
            </a:pPr>
            <a:r>
              <a:rPr lang="en-US" altLang="ko-KR" dirty="0"/>
              <a:t>When a child process exits:</a:t>
            </a:r>
          </a:p>
          <a:p>
            <a:pPr lvl="1"/>
            <a:r>
              <a:rPr lang="en-US" altLang="ko-KR" dirty="0"/>
              <a:t>Parents process receives </a:t>
            </a:r>
            <a:r>
              <a:rPr lang="en-US" altLang="ko-KR" dirty="0">
                <a:latin typeface="Courier New" panose="02070309020205020404" pitchFamily="49" charset="0"/>
                <a:cs typeface="Courier New" panose="02070309020205020404" pitchFamily="49" charset="0"/>
              </a:rPr>
              <a:t>SIGCHLD </a:t>
            </a:r>
            <a:r>
              <a:rPr lang="en-US" altLang="ko-KR" dirty="0"/>
              <a:t>signal</a:t>
            </a:r>
          </a:p>
          <a:p>
            <a:pPr marL="457200" indent="-457200">
              <a:buFont typeface="+mj-ea"/>
              <a:buAutoNum type="circleNumDbPlain" startAt="2"/>
            </a:pPr>
            <a:r>
              <a:rPr lang="en-US" altLang="ko-KR" dirty="0"/>
              <a:t>Parent process calls </a:t>
            </a:r>
            <a:r>
              <a:rPr lang="en-US" altLang="ko-KR" dirty="0" err="1">
                <a:latin typeface="Courier New" panose="02070309020205020404" pitchFamily="49" charset="0"/>
                <a:cs typeface="Courier New" panose="02070309020205020404" pitchFamily="49" charset="0"/>
              </a:rPr>
              <a:t>waitpid</a:t>
            </a:r>
            <a:r>
              <a:rPr lang="en-US" altLang="ko-KR" dirty="0">
                <a:latin typeface="Courier New" panose="02070309020205020404" pitchFamily="49" charset="0"/>
                <a:cs typeface="Courier New" panose="02070309020205020404" pitchFamily="49" charset="0"/>
              </a:rPr>
              <a:t>() </a:t>
            </a:r>
            <a:r>
              <a:rPr lang="en-US" altLang="ko-KR" dirty="0"/>
              <a:t>to check the child’s termination</a:t>
            </a:r>
          </a:p>
          <a:p>
            <a:pPr marL="457200" indent="-457200">
              <a:buFont typeface="+mj-ea"/>
              <a:buAutoNum type="circleNumDbPlain" startAt="2"/>
            </a:pPr>
            <a:r>
              <a:rPr lang="en-US" altLang="ko-KR" dirty="0"/>
              <a:t>Job manager cleanup</a:t>
            </a:r>
          </a:p>
          <a:p>
            <a:pPr lvl="1"/>
            <a:r>
              <a:rPr lang="en-US" altLang="ko-KR" dirty="0"/>
              <a:t>The exited process’s PID is removed from the PID list of its corresponding job.</a:t>
            </a:r>
          </a:p>
          <a:p>
            <a:pPr lvl="1"/>
            <a:r>
              <a:rPr lang="en-US" altLang="ko-KR" dirty="0"/>
              <a:t>If all processes in the job have exited, the entire job entry is removed from the job manager.</a:t>
            </a:r>
          </a:p>
        </p:txBody>
      </p:sp>
    </p:spTree>
    <p:extLst>
      <p:ext uri="{BB962C8B-B14F-4D97-AF65-F5344CB8AC3E}">
        <p14:creationId xmlns:p14="http://schemas.microsoft.com/office/powerpoint/2010/main" val="9127416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B865B-C4F1-3122-EF10-286AD3A7440D}"/>
            </a:ext>
          </a:extLst>
        </p:cNvPr>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711876B3-8FBD-E886-A919-13D1A63CA54C}"/>
              </a:ext>
            </a:extLst>
          </p:cNvPr>
          <p:cNvSpPr>
            <a:spLocks noGrp="1"/>
          </p:cNvSpPr>
          <p:nvPr>
            <p:ph type="sldNum" sz="quarter" idx="12"/>
          </p:nvPr>
        </p:nvSpPr>
        <p:spPr/>
        <p:txBody>
          <a:bodyPr/>
          <a:lstStyle/>
          <a:p>
            <a:r>
              <a:rPr lang="en-US" altLang="ko-KR"/>
              <a:t>-</a:t>
            </a:r>
            <a:fld id="{3D16D23B-24D6-455E-BBD7-6975BEA16FD4}" type="slidenum">
              <a:rPr lang="ko-KR" altLang="en-US" smtClean="0"/>
              <a:pPr/>
              <a:t>15</a:t>
            </a:fld>
            <a:r>
              <a:rPr lang="en-US" altLang="ko-KR"/>
              <a:t>-</a:t>
            </a:r>
            <a:endParaRPr lang="ko-KR" altLang="en-US" dirty="0"/>
          </a:p>
        </p:txBody>
      </p:sp>
      <p:sp>
        <p:nvSpPr>
          <p:cNvPr id="3" name="제목 2">
            <a:extLst>
              <a:ext uri="{FF2B5EF4-FFF2-40B4-BE49-F238E27FC236}">
                <a16:creationId xmlns:a16="http://schemas.microsoft.com/office/drawing/2014/main" id="{02E2CBDB-3C41-2633-6761-DE02F877DAB7}"/>
              </a:ext>
            </a:extLst>
          </p:cNvPr>
          <p:cNvSpPr>
            <a:spLocks noGrp="1"/>
          </p:cNvSpPr>
          <p:nvPr>
            <p:ph type="title"/>
          </p:nvPr>
        </p:nvSpPr>
        <p:spPr/>
        <p:txBody>
          <a:bodyPr/>
          <a:lstStyle/>
          <a:p>
            <a:r>
              <a:rPr lang="en-US" altLang="ko-KR" dirty="0"/>
              <a:t>Implementing Basic Shell Functions - </a:t>
            </a:r>
            <a:r>
              <a:rPr lang="en-US" altLang="ko-KR" dirty="0" err="1">
                <a:latin typeface="Courier New" panose="02070309020205020404" pitchFamily="49" charset="0"/>
                <a:cs typeface="Courier New" panose="02070309020205020404" pitchFamily="49" charset="0"/>
              </a:rPr>
              <a:t>handle_sigint</a:t>
            </a:r>
            <a:r>
              <a:rPr lang="en-US" altLang="ko-KR" dirty="0">
                <a:latin typeface="Courier New" panose="02070309020205020404" pitchFamily="49" charset="0"/>
                <a:cs typeface="Courier New" panose="02070309020205020404" pitchFamily="49" charset="0"/>
              </a:rPr>
              <a:t>()</a:t>
            </a:r>
            <a:endParaRPr lang="ko-KR" altLang="en-US" dirty="0"/>
          </a:p>
        </p:txBody>
      </p:sp>
      <p:sp>
        <p:nvSpPr>
          <p:cNvPr id="4" name="텍스트 개체 틀 3">
            <a:extLst>
              <a:ext uri="{FF2B5EF4-FFF2-40B4-BE49-F238E27FC236}">
                <a16:creationId xmlns:a16="http://schemas.microsoft.com/office/drawing/2014/main" id="{B896A95A-4AEE-BECA-FA74-2150A4513B6E}"/>
              </a:ext>
            </a:extLst>
          </p:cNvPr>
          <p:cNvSpPr>
            <a:spLocks noGrp="1"/>
          </p:cNvSpPr>
          <p:nvPr>
            <p:ph type="body" sz="quarter" idx="13"/>
          </p:nvPr>
        </p:nvSpPr>
        <p:spPr>
          <a:xfrm>
            <a:off x="350981" y="939800"/>
            <a:ext cx="11369963" cy="5216742"/>
          </a:xfrm>
        </p:spPr>
        <p:txBody>
          <a:bodyPr/>
          <a:lstStyle/>
          <a:p>
            <a:pPr marL="457200" indent="-457200">
              <a:buFont typeface="+mj-ea"/>
              <a:buAutoNum type="circleNumDbPlain"/>
            </a:pPr>
            <a:r>
              <a:rPr lang="en-US" altLang="ko-KR" dirty="0"/>
              <a:t>When the user presses </a:t>
            </a:r>
            <a:r>
              <a:rPr lang="en-US" altLang="ko-KR" dirty="0" err="1"/>
              <a:t>Ctrl+C</a:t>
            </a:r>
            <a:r>
              <a:rPr lang="en-US" altLang="ko-KR" dirty="0"/>
              <a:t>, it should:</a:t>
            </a:r>
          </a:p>
          <a:p>
            <a:pPr lvl="1"/>
            <a:r>
              <a:rPr lang="en-US" altLang="ko-KR" dirty="0"/>
              <a:t>Interrupt the foreground job and sends signals to all processes</a:t>
            </a:r>
          </a:p>
          <a:p>
            <a:pPr lvl="1"/>
            <a:r>
              <a:rPr lang="en-US" altLang="ko-KR" dirty="0"/>
              <a:t>Keep the shell itself running</a:t>
            </a:r>
          </a:p>
          <a:p>
            <a:pPr marL="457200" indent="-457200">
              <a:buFont typeface="+mj-ea"/>
              <a:buAutoNum type="circleNumDbPlain"/>
            </a:pPr>
            <a:endParaRPr lang="en-US" altLang="ko-KR" dirty="0"/>
          </a:p>
        </p:txBody>
      </p:sp>
    </p:spTree>
    <p:extLst>
      <p:ext uri="{BB962C8B-B14F-4D97-AF65-F5344CB8AC3E}">
        <p14:creationId xmlns:p14="http://schemas.microsoft.com/office/powerpoint/2010/main" val="21344746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8F07A-385F-B217-FE0D-D645B218CEDA}"/>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E8734B6E-AC57-9AA7-7973-D57480C9A554}"/>
              </a:ext>
            </a:extLst>
          </p:cNvPr>
          <p:cNvSpPr>
            <a:spLocks noGrp="1"/>
          </p:cNvSpPr>
          <p:nvPr>
            <p:ph type="ctrTitle"/>
          </p:nvPr>
        </p:nvSpPr>
        <p:spPr/>
        <p:txBody>
          <a:bodyPr/>
          <a:lstStyle/>
          <a:p>
            <a:r>
              <a:rPr lang="en-US" altLang="ko-KR" dirty="0"/>
              <a:t>Support for Redirection</a:t>
            </a:r>
            <a:endParaRPr lang="ko-KR" altLang="en-US" dirty="0"/>
          </a:p>
        </p:txBody>
      </p:sp>
      <p:sp>
        <p:nvSpPr>
          <p:cNvPr id="3" name="부제목 2">
            <a:extLst>
              <a:ext uri="{FF2B5EF4-FFF2-40B4-BE49-F238E27FC236}">
                <a16:creationId xmlns:a16="http://schemas.microsoft.com/office/drawing/2014/main" id="{50CCDA3C-C675-5251-28CE-15B598EEBA60}"/>
              </a:ext>
            </a:extLst>
          </p:cNvPr>
          <p:cNvSpPr>
            <a:spLocks noGrp="1"/>
          </p:cNvSpPr>
          <p:nvPr>
            <p:ph type="subTitle" idx="1"/>
          </p:nvPr>
        </p:nvSpPr>
        <p:spPr/>
        <p:txBody>
          <a:bodyPr/>
          <a:lstStyle/>
          <a:p>
            <a:endParaRPr lang="ko-KR" altLang="en-US" dirty="0"/>
          </a:p>
        </p:txBody>
      </p:sp>
    </p:spTree>
    <p:extLst>
      <p:ext uri="{BB962C8B-B14F-4D97-AF65-F5344CB8AC3E}">
        <p14:creationId xmlns:p14="http://schemas.microsoft.com/office/powerpoint/2010/main" val="9009181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15A1A53E-758C-EF94-7CCF-4781F4658D45}"/>
              </a:ext>
            </a:extLst>
          </p:cNvPr>
          <p:cNvSpPr>
            <a:spLocks noGrp="1"/>
          </p:cNvSpPr>
          <p:nvPr>
            <p:ph type="sldNum" sz="quarter" idx="12"/>
          </p:nvPr>
        </p:nvSpPr>
        <p:spPr/>
        <p:txBody>
          <a:bodyPr/>
          <a:lstStyle/>
          <a:p>
            <a:r>
              <a:rPr lang="en-US" altLang="ko-KR"/>
              <a:t>-</a:t>
            </a:r>
            <a:fld id="{3D16D23B-24D6-455E-BBD7-6975BEA16FD4}" type="slidenum">
              <a:rPr lang="ko-KR" altLang="en-US" smtClean="0"/>
              <a:pPr/>
              <a:t>17</a:t>
            </a:fld>
            <a:r>
              <a:rPr lang="en-US" altLang="ko-KR"/>
              <a:t>-</a:t>
            </a:r>
            <a:endParaRPr lang="ko-KR" altLang="en-US" dirty="0"/>
          </a:p>
        </p:txBody>
      </p:sp>
      <p:sp>
        <p:nvSpPr>
          <p:cNvPr id="3" name="제목 2">
            <a:extLst>
              <a:ext uri="{FF2B5EF4-FFF2-40B4-BE49-F238E27FC236}">
                <a16:creationId xmlns:a16="http://schemas.microsoft.com/office/drawing/2014/main" id="{A139EB23-8056-93DC-B5A7-341793B7E641}"/>
              </a:ext>
            </a:extLst>
          </p:cNvPr>
          <p:cNvSpPr>
            <a:spLocks noGrp="1"/>
          </p:cNvSpPr>
          <p:nvPr>
            <p:ph type="title"/>
          </p:nvPr>
        </p:nvSpPr>
        <p:spPr/>
        <p:txBody>
          <a:bodyPr/>
          <a:lstStyle/>
          <a:p>
            <a:r>
              <a:rPr lang="en-US" altLang="ko-KR" dirty="0"/>
              <a:t>System Calls for Redirection</a:t>
            </a:r>
            <a:endParaRPr lang="ko-KR" altLang="en-US" dirty="0"/>
          </a:p>
        </p:txBody>
      </p:sp>
      <p:sp>
        <p:nvSpPr>
          <p:cNvPr id="4" name="텍스트 개체 틀 3">
            <a:extLst>
              <a:ext uri="{FF2B5EF4-FFF2-40B4-BE49-F238E27FC236}">
                <a16:creationId xmlns:a16="http://schemas.microsoft.com/office/drawing/2014/main" id="{A13BC734-7578-4DFD-FFC7-22B678F436E4}"/>
              </a:ext>
            </a:extLst>
          </p:cNvPr>
          <p:cNvSpPr>
            <a:spLocks noGrp="1"/>
          </p:cNvSpPr>
          <p:nvPr>
            <p:ph type="body" sz="quarter" idx="13"/>
          </p:nvPr>
        </p:nvSpPr>
        <p:spPr>
          <a:xfrm>
            <a:off x="350981" y="939800"/>
            <a:ext cx="11369963" cy="5140325"/>
          </a:xfrm>
        </p:spPr>
        <p:txBody>
          <a:bodyPr/>
          <a:lstStyle/>
          <a:p>
            <a:r>
              <a:rPr lang="en-US" altLang="ko-KR" dirty="0"/>
              <a:t>Shell can change the </a:t>
            </a:r>
            <a:r>
              <a:rPr lang="en-US" altLang="ko-KR" dirty="0">
                <a:latin typeface="Courier New" panose="02070309020205020404" pitchFamily="49" charset="0"/>
                <a:cs typeface="Courier New" panose="02070309020205020404" pitchFamily="49" charset="0"/>
              </a:rPr>
              <a:t>stdin, </a:t>
            </a:r>
            <a:r>
              <a:rPr lang="en-US" altLang="ko-KR" dirty="0" err="1">
                <a:latin typeface="Courier New" panose="02070309020205020404" pitchFamily="49" charset="0"/>
                <a:ea typeface="Tahoma" panose="020B0604030504040204" pitchFamily="34" charset="0"/>
                <a:cs typeface="Courier New" panose="02070309020205020404" pitchFamily="49" charset="0"/>
              </a:rPr>
              <a:t>stdout</a:t>
            </a:r>
            <a:r>
              <a:rPr lang="en-US" altLang="ko-KR" dirty="0">
                <a:latin typeface="Courier New" panose="02070309020205020404" pitchFamily="49" charset="0"/>
                <a:ea typeface="Tahoma" panose="020B0604030504040204" pitchFamily="34" charset="0"/>
                <a:cs typeface="Courier New" panose="02070309020205020404" pitchFamily="49" charset="0"/>
              </a:rPr>
              <a:t>, stderr </a:t>
            </a:r>
            <a:r>
              <a:rPr lang="en-US" altLang="ko-KR" dirty="0">
                <a:ea typeface="Tahoma" panose="020B0604030504040204" pitchFamily="34" charset="0"/>
              </a:rPr>
              <a:t>of a command to/from a file instead of terminal</a:t>
            </a:r>
          </a:p>
          <a:p>
            <a:pPr lvl="1"/>
            <a:r>
              <a:rPr lang="en-US" altLang="ko-KR" dirty="0">
                <a:latin typeface="Courier New" panose="02070309020205020404" pitchFamily="49" charset="0"/>
                <a:cs typeface="Courier New" panose="02070309020205020404" pitchFamily="49" charset="0"/>
              </a:rPr>
              <a:t>Stdin(&lt;):</a:t>
            </a:r>
            <a:r>
              <a:rPr lang="en-US" altLang="ko-KR" dirty="0"/>
              <a:t> standard input. </a:t>
            </a:r>
            <a:endParaRPr lang="en-US" altLang="ko-KR" dirty="0">
              <a:latin typeface="Courier New" panose="02070309020205020404" pitchFamily="49" charset="0"/>
              <a:cs typeface="Courier New" panose="02070309020205020404" pitchFamily="49" charset="0"/>
            </a:endParaRPr>
          </a:p>
          <a:p>
            <a:pPr lvl="1"/>
            <a:r>
              <a:rPr lang="en-US" altLang="ko-KR" dirty="0" err="1">
                <a:latin typeface="Courier New" panose="02070309020205020404" pitchFamily="49" charset="0"/>
                <a:cs typeface="Courier New" panose="02070309020205020404" pitchFamily="49" charset="0"/>
              </a:rPr>
              <a:t>Stdout</a:t>
            </a:r>
            <a:r>
              <a:rPr lang="en-US" altLang="ko-KR" dirty="0">
                <a:latin typeface="Courier New" panose="02070309020205020404" pitchFamily="49" charset="0"/>
                <a:cs typeface="Courier New" panose="02070309020205020404" pitchFamily="49" charset="0"/>
              </a:rPr>
              <a:t>(&gt;): </a:t>
            </a:r>
            <a:r>
              <a:rPr lang="en-US" altLang="ko-KR" dirty="0"/>
              <a:t>standard </a:t>
            </a:r>
            <a:r>
              <a:rPr lang="en-US" altLang="ko-KR" dirty="0" err="1"/>
              <a:t>ouput</a:t>
            </a:r>
            <a:endParaRPr lang="en-US" altLang="ko-KR" dirty="0">
              <a:latin typeface="Courier New" panose="02070309020205020404" pitchFamily="49" charset="0"/>
              <a:cs typeface="Courier New" panose="02070309020205020404" pitchFamily="49" charset="0"/>
            </a:endParaRPr>
          </a:p>
          <a:p>
            <a:r>
              <a:rPr lang="en-US" altLang="ko-KR" dirty="0"/>
              <a:t>How?</a:t>
            </a:r>
          </a:p>
          <a:p>
            <a:pPr lvl="1"/>
            <a:r>
              <a:rPr lang="en-US" altLang="ko-KR" dirty="0"/>
              <a:t>Use </a:t>
            </a:r>
            <a:r>
              <a:rPr lang="en-US" altLang="ko-KR" dirty="0">
                <a:latin typeface="Courier New" panose="02070309020205020404" pitchFamily="49" charset="0"/>
                <a:cs typeface="Courier New" panose="02070309020205020404" pitchFamily="49" charset="0"/>
              </a:rPr>
              <a:t>open()</a:t>
            </a:r>
            <a:r>
              <a:rPr lang="en-US" altLang="ko-KR" dirty="0"/>
              <a:t> or </a:t>
            </a:r>
            <a:r>
              <a:rPr lang="en-US" altLang="ko-KR" dirty="0">
                <a:latin typeface="Courier New" panose="02070309020205020404" pitchFamily="49" charset="0"/>
                <a:cs typeface="Courier New" panose="02070309020205020404" pitchFamily="49" charset="0"/>
              </a:rPr>
              <a:t>create() </a:t>
            </a:r>
            <a:r>
              <a:rPr lang="en-US" altLang="ko-KR" dirty="0"/>
              <a:t>to open a file for reading or writing, creating the file</a:t>
            </a:r>
          </a:p>
          <a:p>
            <a:pPr lvl="1"/>
            <a:r>
              <a:rPr lang="en-US" altLang="ko-KR" dirty="0"/>
              <a:t>Use </a:t>
            </a:r>
            <a:r>
              <a:rPr lang="en-US" altLang="ko-KR" dirty="0">
                <a:latin typeface="Courier New" panose="02070309020205020404" pitchFamily="49" charset="0"/>
                <a:cs typeface="Courier New" panose="02070309020205020404" pitchFamily="49" charset="0"/>
              </a:rPr>
              <a:t>close() </a:t>
            </a:r>
            <a:r>
              <a:rPr lang="en-US" altLang="ko-KR" dirty="0"/>
              <a:t>to close unused file descriptors </a:t>
            </a:r>
          </a:p>
          <a:p>
            <a:pPr lvl="1"/>
            <a:r>
              <a:rPr lang="en-US" altLang="ko-KR" dirty="0"/>
              <a:t>Use </a:t>
            </a:r>
            <a:r>
              <a:rPr lang="en-US" altLang="ko-KR" dirty="0">
                <a:latin typeface="Courier New" panose="02070309020205020404" pitchFamily="49" charset="0"/>
                <a:cs typeface="Courier New" panose="02070309020205020404" pitchFamily="49" charset="0"/>
              </a:rPr>
              <a:t>dup2()</a:t>
            </a:r>
            <a:r>
              <a:rPr lang="en-US" altLang="ko-KR" dirty="0"/>
              <a:t> to duplicate the file descriptor to any target descriptor, including </a:t>
            </a:r>
            <a:r>
              <a:rPr lang="en-US" altLang="ko-KR" dirty="0">
                <a:latin typeface="Courier New" panose="02070309020205020404" pitchFamily="49" charset="0"/>
                <a:cs typeface="Courier New" panose="02070309020205020404" pitchFamily="49" charset="0"/>
              </a:rPr>
              <a:t>stdin</a:t>
            </a:r>
            <a:r>
              <a:rPr lang="en-US" altLang="ko-KR" dirty="0"/>
              <a:t>, </a:t>
            </a:r>
            <a:r>
              <a:rPr lang="en-US" altLang="ko-KR" dirty="0" err="1">
                <a:latin typeface="Courier New" panose="02070309020205020404" pitchFamily="49" charset="0"/>
                <a:cs typeface="Courier New" panose="02070309020205020404" pitchFamily="49" charset="0"/>
              </a:rPr>
              <a:t>stdout</a:t>
            </a:r>
            <a:r>
              <a:rPr lang="en-US" altLang="ko-KR" dirty="0"/>
              <a:t> or </a:t>
            </a:r>
            <a:r>
              <a:rPr lang="en-US" altLang="ko-KR" dirty="0">
                <a:latin typeface="Courier New" panose="02070309020205020404" pitchFamily="49" charset="0"/>
                <a:cs typeface="Courier New" panose="02070309020205020404" pitchFamily="49" charset="0"/>
              </a:rPr>
              <a:t>stderr</a:t>
            </a:r>
          </a:p>
          <a:p>
            <a:r>
              <a:rPr lang="en-US" altLang="ko-KR" dirty="0"/>
              <a:t>For this assignment, support redirection of only </a:t>
            </a:r>
            <a:r>
              <a:rPr lang="en-US" altLang="ko-KR" dirty="0">
                <a:latin typeface="Courier New" panose="02070309020205020404" pitchFamily="49" charset="0"/>
                <a:cs typeface="Courier New" panose="02070309020205020404" pitchFamily="49" charset="0"/>
              </a:rPr>
              <a:t>stdin/</a:t>
            </a:r>
            <a:r>
              <a:rPr lang="en-US" altLang="ko-KR" dirty="0" err="1">
                <a:latin typeface="Courier New" panose="02070309020205020404" pitchFamily="49" charset="0"/>
                <a:cs typeface="Courier New" panose="02070309020205020404" pitchFamily="49" charset="0"/>
              </a:rPr>
              <a:t>stdout</a:t>
            </a:r>
            <a:endParaRPr lang="en-US" altLang="ko-KR" dirty="0"/>
          </a:p>
          <a:p>
            <a:pPr lvl="1"/>
            <a:r>
              <a:rPr lang="en-US" altLang="ko-KR" dirty="0"/>
              <a:t>No </a:t>
            </a:r>
            <a:r>
              <a:rPr lang="en-US" altLang="ko-KR" dirty="0">
                <a:latin typeface="Courier New" panose="02070309020205020404" pitchFamily="49" charset="0"/>
                <a:cs typeface="Courier New" panose="02070309020205020404" pitchFamily="49" charset="0"/>
              </a:rPr>
              <a:t>stderr(2&gt;),</a:t>
            </a:r>
            <a:r>
              <a:rPr lang="ko-KR" altLang="en-US" dirty="0">
                <a:latin typeface="Courier New" panose="02070309020205020404" pitchFamily="49" charset="0"/>
                <a:cs typeface="Courier New" panose="02070309020205020404" pitchFamily="49" charset="0"/>
              </a:rPr>
              <a:t> </a:t>
            </a:r>
            <a:r>
              <a:rPr lang="en-US" altLang="ko-KR" dirty="0" err="1">
                <a:latin typeface="Courier New" panose="02070309020205020404" pitchFamily="49" charset="0"/>
                <a:cs typeface="Courier New" panose="02070309020205020404" pitchFamily="49" charset="0"/>
              </a:rPr>
              <a:t>stdout</a:t>
            </a:r>
            <a:r>
              <a:rPr lang="en-US" altLang="ko-KR" dirty="0">
                <a:latin typeface="Courier New" panose="02070309020205020404" pitchFamily="49" charset="0"/>
                <a:cs typeface="Courier New" panose="02070309020205020404" pitchFamily="49" charset="0"/>
              </a:rPr>
              <a:t> append(&gt;&gt;)</a:t>
            </a:r>
          </a:p>
        </p:txBody>
      </p:sp>
    </p:spTree>
    <p:extLst>
      <p:ext uri="{BB962C8B-B14F-4D97-AF65-F5344CB8AC3E}">
        <p14:creationId xmlns:p14="http://schemas.microsoft.com/office/powerpoint/2010/main" val="5697076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DE056C88-10E7-AD76-2F63-E07CB96D2E39}"/>
              </a:ext>
            </a:extLst>
          </p:cNvPr>
          <p:cNvSpPr>
            <a:spLocks noGrp="1"/>
          </p:cNvSpPr>
          <p:nvPr>
            <p:ph type="sldNum" sz="quarter" idx="12"/>
          </p:nvPr>
        </p:nvSpPr>
        <p:spPr/>
        <p:txBody>
          <a:bodyPr/>
          <a:lstStyle/>
          <a:p>
            <a:r>
              <a:rPr lang="en-US" altLang="ko-KR" dirty="0"/>
              <a:t>-</a:t>
            </a:r>
            <a:fld id="{3D16D23B-24D6-455E-BBD7-6975BEA16FD4}" type="slidenum">
              <a:rPr lang="ko-KR" altLang="en-US" smtClean="0"/>
              <a:pPr/>
              <a:t>18</a:t>
            </a:fld>
            <a:r>
              <a:rPr lang="en-US" altLang="ko-KR" dirty="0"/>
              <a:t>-</a:t>
            </a:r>
            <a:endParaRPr lang="ko-KR" altLang="en-US" dirty="0"/>
          </a:p>
        </p:txBody>
      </p:sp>
      <p:sp>
        <p:nvSpPr>
          <p:cNvPr id="3" name="제목 2">
            <a:extLst>
              <a:ext uri="{FF2B5EF4-FFF2-40B4-BE49-F238E27FC236}">
                <a16:creationId xmlns:a16="http://schemas.microsoft.com/office/drawing/2014/main" id="{F6F95B85-26BA-D3B5-61F1-A5B93D9E82D6}"/>
              </a:ext>
            </a:extLst>
          </p:cNvPr>
          <p:cNvSpPr>
            <a:spLocks noGrp="1"/>
          </p:cNvSpPr>
          <p:nvPr>
            <p:ph type="title"/>
          </p:nvPr>
        </p:nvSpPr>
        <p:spPr/>
        <p:txBody>
          <a:bodyPr/>
          <a:lstStyle/>
          <a:p>
            <a:r>
              <a:rPr lang="en-US" altLang="ko-KR" dirty="0"/>
              <a:t>Simple Redirection Trace (1)</a:t>
            </a:r>
            <a:endParaRPr lang="ko-KR" altLang="en-US" dirty="0"/>
          </a:p>
        </p:txBody>
      </p:sp>
      <p:sp>
        <p:nvSpPr>
          <p:cNvPr id="4" name="텍스트 개체 틀 3">
            <a:extLst>
              <a:ext uri="{FF2B5EF4-FFF2-40B4-BE49-F238E27FC236}">
                <a16:creationId xmlns:a16="http://schemas.microsoft.com/office/drawing/2014/main" id="{AD214A61-28D2-C4DE-A5CF-A82D0897D504}"/>
              </a:ext>
            </a:extLst>
          </p:cNvPr>
          <p:cNvSpPr>
            <a:spLocks noGrp="1"/>
          </p:cNvSpPr>
          <p:nvPr>
            <p:ph type="body" sz="quarter" idx="13"/>
          </p:nvPr>
        </p:nvSpPr>
        <p:spPr>
          <a:xfrm>
            <a:off x="350980" y="973316"/>
            <a:ext cx="11490040" cy="5140325"/>
          </a:xfrm>
        </p:spPr>
        <p:txBody>
          <a:bodyPr/>
          <a:lstStyle/>
          <a:p>
            <a:r>
              <a:rPr lang="en-US" altLang="ko-KR" dirty="0"/>
              <a:t>Simple code for implementing </a:t>
            </a:r>
            <a:r>
              <a:rPr lang="en-US" altLang="ko-KR" dirty="0" err="1"/>
              <a:t>stdout</a:t>
            </a:r>
            <a:r>
              <a:rPr lang="en-US" altLang="ko-KR" dirty="0"/>
              <a:t> redirection. “</a:t>
            </a:r>
            <a:r>
              <a:rPr lang="en-US" altLang="ko-KR" dirty="0" err="1">
                <a:latin typeface="Courier New" panose="02070309020205020404" pitchFamily="49" charset="0"/>
                <a:cs typeface="Courier New" panose="02070309020205020404" pitchFamily="49" charset="0"/>
              </a:rPr>
              <a:t>someprogram</a:t>
            </a:r>
            <a:r>
              <a:rPr lang="ko-KR" altLang="en-US" dirty="0">
                <a:latin typeface="Courier New" panose="02070309020205020404" pitchFamily="49" charset="0"/>
                <a:cs typeface="Courier New" panose="02070309020205020404" pitchFamily="49" charset="0"/>
              </a:rPr>
              <a:t> </a:t>
            </a:r>
            <a:r>
              <a:rPr lang="en-US" altLang="ko-KR" dirty="0">
                <a:latin typeface="Courier New" panose="02070309020205020404" pitchFamily="49" charset="0"/>
                <a:cs typeface="Courier New" panose="02070309020205020404" pitchFamily="49" charset="0"/>
              </a:rPr>
              <a:t>&gt;</a:t>
            </a:r>
            <a:r>
              <a:rPr lang="ko-KR" altLang="en-US" dirty="0">
                <a:latin typeface="Courier New" panose="02070309020205020404" pitchFamily="49" charset="0"/>
                <a:cs typeface="Courier New" panose="02070309020205020404" pitchFamily="49" charset="0"/>
              </a:rPr>
              <a:t> </a:t>
            </a:r>
            <a:r>
              <a:rPr lang="en-US" altLang="ko-KR" dirty="0" err="1">
                <a:latin typeface="Courier New" panose="02070309020205020404" pitchFamily="49" charset="0"/>
                <a:cs typeface="Courier New" panose="02070309020205020404" pitchFamily="49" charset="0"/>
              </a:rPr>
              <a:t>somefile</a:t>
            </a:r>
            <a:r>
              <a:rPr lang="en-US" altLang="ko-KR" dirty="0"/>
              <a:t>”</a:t>
            </a:r>
          </a:p>
          <a:p>
            <a:r>
              <a:rPr lang="en-US" altLang="ko-KR" dirty="0"/>
              <a:t>A new child has the identical file descriptor table as parent’s</a:t>
            </a:r>
          </a:p>
        </p:txBody>
      </p:sp>
      <p:grpSp>
        <p:nvGrpSpPr>
          <p:cNvPr id="42" name="그룹 41">
            <a:extLst>
              <a:ext uri="{FF2B5EF4-FFF2-40B4-BE49-F238E27FC236}">
                <a16:creationId xmlns:a16="http://schemas.microsoft.com/office/drawing/2014/main" id="{151569A3-7DAD-6C90-4776-FE2E484518ED}"/>
              </a:ext>
            </a:extLst>
          </p:cNvPr>
          <p:cNvGrpSpPr/>
          <p:nvPr/>
        </p:nvGrpSpPr>
        <p:grpSpPr>
          <a:xfrm>
            <a:off x="5167170" y="2819062"/>
            <a:ext cx="6673850" cy="1905516"/>
            <a:chOff x="1219200" y="1018629"/>
            <a:chExt cx="6673850" cy="1905516"/>
          </a:xfrm>
        </p:grpSpPr>
        <p:sp>
          <p:nvSpPr>
            <p:cNvPr id="5" name="Text Box 4">
              <a:extLst>
                <a:ext uri="{FF2B5EF4-FFF2-40B4-BE49-F238E27FC236}">
                  <a16:creationId xmlns:a16="http://schemas.microsoft.com/office/drawing/2014/main" id="{652A61F3-82B7-2306-0A15-3429402BEA11}"/>
                </a:ext>
              </a:extLst>
            </p:cNvPr>
            <p:cNvSpPr txBox="1">
              <a:spLocks noChangeArrowheads="1"/>
            </p:cNvSpPr>
            <p:nvPr/>
          </p:nvSpPr>
          <p:spPr bwMode="auto">
            <a:xfrm>
              <a:off x="1232694" y="1019145"/>
              <a:ext cx="190789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2000" b="0" dirty="0">
                  <a:latin typeface="Helvetica" panose="020B0604020202020204" pitchFamily="34" charset="0"/>
                  <a:ea typeface="굴림" panose="020B0600000101010101" pitchFamily="50" charset="-127"/>
                </a:rPr>
                <a:t>Parent process</a:t>
              </a:r>
            </a:p>
          </p:txBody>
        </p:sp>
        <p:sp>
          <p:nvSpPr>
            <p:cNvPr id="6" name="Text Box 6">
              <a:extLst>
                <a:ext uri="{FF2B5EF4-FFF2-40B4-BE49-F238E27FC236}">
                  <a16:creationId xmlns:a16="http://schemas.microsoft.com/office/drawing/2014/main" id="{A2AA8BE2-24F2-E341-5972-0FED877BBF47}"/>
                </a:ext>
              </a:extLst>
            </p:cNvPr>
            <p:cNvSpPr txBox="1">
              <a:spLocks noChangeArrowheads="1"/>
            </p:cNvSpPr>
            <p:nvPr/>
          </p:nvSpPr>
          <p:spPr bwMode="auto">
            <a:xfrm>
              <a:off x="5559446" y="1019145"/>
              <a:ext cx="173957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2000" b="0" dirty="0">
                  <a:latin typeface="Helvetica" panose="020B0604020202020204" pitchFamily="34" charset="0"/>
                  <a:ea typeface="굴림" panose="020B0600000101010101" pitchFamily="50" charset="-127"/>
                </a:rPr>
                <a:t>Child process</a:t>
              </a:r>
            </a:p>
          </p:txBody>
        </p:sp>
        <p:sp>
          <p:nvSpPr>
            <p:cNvPr id="7" name="Rectangle 8">
              <a:extLst>
                <a:ext uri="{FF2B5EF4-FFF2-40B4-BE49-F238E27FC236}">
                  <a16:creationId xmlns:a16="http://schemas.microsoft.com/office/drawing/2014/main" id="{8D6FFA08-F480-5C71-F542-3C1E9C80D969}"/>
                </a:ext>
              </a:extLst>
            </p:cNvPr>
            <p:cNvSpPr>
              <a:spLocks noChangeArrowheads="1"/>
            </p:cNvSpPr>
            <p:nvPr/>
          </p:nvSpPr>
          <p:spPr bwMode="auto">
            <a:xfrm>
              <a:off x="3048000" y="16287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8" name="Oval 9">
              <a:extLst>
                <a:ext uri="{FF2B5EF4-FFF2-40B4-BE49-F238E27FC236}">
                  <a16:creationId xmlns:a16="http://schemas.microsoft.com/office/drawing/2014/main" id="{541A42D4-E835-9101-F1A8-62FA9C7CA6F2}"/>
                </a:ext>
              </a:extLst>
            </p:cNvPr>
            <p:cNvSpPr>
              <a:spLocks noChangeArrowheads="1"/>
            </p:cNvSpPr>
            <p:nvPr/>
          </p:nvSpPr>
          <p:spPr bwMode="auto">
            <a:xfrm>
              <a:off x="3124200" y="1704945"/>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9" name="Rectangle 10">
              <a:extLst>
                <a:ext uri="{FF2B5EF4-FFF2-40B4-BE49-F238E27FC236}">
                  <a16:creationId xmlns:a16="http://schemas.microsoft.com/office/drawing/2014/main" id="{466A97E0-4EE7-3E2B-52B4-1576361572BC}"/>
                </a:ext>
              </a:extLst>
            </p:cNvPr>
            <p:cNvSpPr>
              <a:spLocks noChangeArrowheads="1"/>
            </p:cNvSpPr>
            <p:nvPr/>
          </p:nvSpPr>
          <p:spPr bwMode="auto">
            <a:xfrm>
              <a:off x="3048000" y="18573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10" name="Oval 11">
              <a:extLst>
                <a:ext uri="{FF2B5EF4-FFF2-40B4-BE49-F238E27FC236}">
                  <a16:creationId xmlns:a16="http://schemas.microsoft.com/office/drawing/2014/main" id="{B95F26F5-97D7-3EEF-AF8C-B3261E29EDA5}"/>
                </a:ext>
              </a:extLst>
            </p:cNvPr>
            <p:cNvSpPr>
              <a:spLocks noChangeArrowheads="1"/>
            </p:cNvSpPr>
            <p:nvPr/>
          </p:nvSpPr>
          <p:spPr bwMode="auto">
            <a:xfrm>
              <a:off x="3124200" y="1933545"/>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11" name="Rectangle 12">
              <a:extLst>
                <a:ext uri="{FF2B5EF4-FFF2-40B4-BE49-F238E27FC236}">
                  <a16:creationId xmlns:a16="http://schemas.microsoft.com/office/drawing/2014/main" id="{EBC0447E-6289-AB9D-B32D-20C5F64CBB8E}"/>
                </a:ext>
              </a:extLst>
            </p:cNvPr>
            <p:cNvSpPr>
              <a:spLocks noChangeArrowheads="1"/>
            </p:cNvSpPr>
            <p:nvPr/>
          </p:nvSpPr>
          <p:spPr bwMode="auto">
            <a:xfrm>
              <a:off x="3048000" y="20859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12" name="Oval 13">
              <a:extLst>
                <a:ext uri="{FF2B5EF4-FFF2-40B4-BE49-F238E27FC236}">
                  <a16:creationId xmlns:a16="http://schemas.microsoft.com/office/drawing/2014/main" id="{F0FBCE6A-4DCF-DBE6-D0E3-360DC5AC6D45}"/>
                </a:ext>
              </a:extLst>
            </p:cNvPr>
            <p:cNvSpPr>
              <a:spLocks noChangeArrowheads="1"/>
            </p:cNvSpPr>
            <p:nvPr/>
          </p:nvSpPr>
          <p:spPr bwMode="auto">
            <a:xfrm>
              <a:off x="3124200" y="2162145"/>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13" name="Rectangle 14">
              <a:extLst>
                <a:ext uri="{FF2B5EF4-FFF2-40B4-BE49-F238E27FC236}">
                  <a16:creationId xmlns:a16="http://schemas.microsoft.com/office/drawing/2014/main" id="{58FB2CD8-8422-9F27-939E-90EF2F46D49A}"/>
                </a:ext>
              </a:extLst>
            </p:cNvPr>
            <p:cNvSpPr>
              <a:spLocks noChangeArrowheads="1"/>
            </p:cNvSpPr>
            <p:nvPr/>
          </p:nvSpPr>
          <p:spPr bwMode="auto">
            <a:xfrm>
              <a:off x="3048000" y="23145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14" name="Rectangle 16">
              <a:extLst>
                <a:ext uri="{FF2B5EF4-FFF2-40B4-BE49-F238E27FC236}">
                  <a16:creationId xmlns:a16="http://schemas.microsoft.com/office/drawing/2014/main" id="{B9EA3CA5-6AE6-CE34-A623-12FFC7D39FBD}"/>
                </a:ext>
              </a:extLst>
            </p:cNvPr>
            <p:cNvSpPr>
              <a:spLocks noChangeArrowheads="1"/>
            </p:cNvSpPr>
            <p:nvPr/>
          </p:nvSpPr>
          <p:spPr bwMode="auto">
            <a:xfrm>
              <a:off x="3048000" y="26955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15" name="Text Box 17">
              <a:extLst>
                <a:ext uri="{FF2B5EF4-FFF2-40B4-BE49-F238E27FC236}">
                  <a16:creationId xmlns:a16="http://schemas.microsoft.com/office/drawing/2014/main" id="{A4B69770-CE24-6B68-DF45-CC3AA4A40612}"/>
                </a:ext>
              </a:extLst>
            </p:cNvPr>
            <p:cNvSpPr txBox="1">
              <a:spLocks noChangeArrowheads="1"/>
            </p:cNvSpPr>
            <p:nvPr/>
          </p:nvSpPr>
          <p:spPr bwMode="auto">
            <a:xfrm>
              <a:off x="2971800" y="2466945"/>
              <a:ext cx="3365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Times New Roman" panose="02020603050405020304" pitchFamily="18" charset="0"/>
                  <a:ea typeface="굴림" panose="020B0600000101010101" pitchFamily="50" charset="-127"/>
                </a:rPr>
                <a:t>…</a:t>
              </a:r>
            </a:p>
          </p:txBody>
        </p:sp>
        <p:sp>
          <p:nvSpPr>
            <p:cNvPr id="16" name="Text Box 18">
              <a:extLst>
                <a:ext uri="{FF2B5EF4-FFF2-40B4-BE49-F238E27FC236}">
                  <a16:creationId xmlns:a16="http://schemas.microsoft.com/office/drawing/2014/main" id="{C242BB25-967D-0A6B-A6CE-555CEB74F0CC}"/>
                </a:ext>
              </a:extLst>
            </p:cNvPr>
            <p:cNvSpPr txBox="1">
              <a:spLocks noChangeArrowheads="1"/>
            </p:cNvSpPr>
            <p:nvPr/>
          </p:nvSpPr>
          <p:spPr bwMode="auto">
            <a:xfrm>
              <a:off x="1219200" y="1704945"/>
              <a:ext cx="11874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algn="just" eaLnBrk="1" latinLnBrk="0" hangingPunct="1">
                <a:spcBef>
                  <a:spcPct val="0"/>
                </a:spcBef>
                <a:buFontTx/>
                <a:buNone/>
              </a:pPr>
              <a:r>
                <a:rPr lang="en-US" altLang="ko-KR" sz="1800" b="0" dirty="0">
                  <a:latin typeface="Helvetica" panose="020B0604020202020204" pitchFamily="34" charset="0"/>
                  <a:ea typeface="굴림" panose="020B0600000101010101" pitchFamily="50" charset="-127"/>
                </a:rPr>
                <a:t>File</a:t>
              </a:r>
            </a:p>
            <a:p>
              <a:pPr algn="just" eaLnBrk="1" latinLnBrk="0" hangingPunct="1">
                <a:spcBef>
                  <a:spcPct val="0"/>
                </a:spcBef>
                <a:buFontTx/>
                <a:buNone/>
              </a:pPr>
              <a:r>
                <a:rPr lang="en-US" altLang="ko-KR" sz="1800" b="0" dirty="0">
                  <a:latin typeface="Helvetica" panose="020B0604020202020204" pitchFamily="34" charset="0"/>
                  <a:ea typeface="굴림" panose="020B0600000101010101" pitchFamily="50" charset="-127"/>
                </a:rPr>
                <a:t>descriptor</a:t>
              </a:r>
            </a:p>
            <a:p>
              <a:pPr algn="just" eaLnBrk="1" latinLnBrk="0" hangingPunct="1">
                <a:spcBef>
                  <a:spcPct val="0"/>
                </a:spcBef>
                <a:buFontTx/>
                <a:buNone/>
              </a:pPr>
              <a:r>
                <a:rPr lang="en-US" altLang="ko-KR" sz="1800" b="0" dirty="0">
                  <a:latin typeface="Helvetica" panose="020B0604020202020204" pitchFamily="34" charset="0"/>
                  <a:ea typeface="굴림" panose="020B0600000101010101" pitchFamily="50" charset="-127"/>
                </a:rPr>
                <a:t>table</a:t>
              </a:r>
            </a:p>
          </p:txBody>
        </p:sp>
        <p:sp>
          <p:nvSpPr>
            <p:cNvPr id="17" name="Rectangle 19">
              <a:extLst>
                <a:ext uri="{FF2B5EF4-FFF2-40B4-BE49-F238E27FC236}">
                  <a16:creationId xmlns:a16="http://schemas.microsoft.com/office/drawing/2014/main" id="{0E966F7F-FA0A-1D25-DD52-D383F58EBF44}"/>
                </a:ext>
              </a:extLst>
            </p:cNvPr>
            <p:cNvSpPr>
              <a:spLocks noChangeArrowheads="1"/>
            </p:cNvSpPr>
            <p:nvPr/>
          </p:nvSpPr>
          <p:spPr bwMode="auto">
            <a:xfrm>
              <a:off x="5638800" y="16287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18" name="Oval 20">
              <a:extLst>
                <a:ext uri="{FF2B5EF4-FFF2-40B4-BE49-F238E27FC236}">
                  <a16:creationId xmlns:a16="http://schemas.microsoft.com/office/drawing/2014/main" id="{56536A9F-9257-B7B6-4AD6-829FB40FCCA7}"/>
                </a:ext>
              </a:extLst>
            </p:cNvPr>
            <p:cNvSpPr>
              <a:spLocks noChangeArrowheads="1"/>
            </p:cNvSpPr>
            <p:nvPr/>
          </p:nvSpPr>
          <p:spPr bwMode="auto">
            <a:xfrm>
              <a:off x="5715000" y="1704945"/>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19" name="Rectangle 21">
              <a:extLst>
                <a:ext uri="{FF2B5EF4-FFF2-40B4-BE49-F238E27FC236}">
                  <a16:creationId xmlns:a16="http://schemas.microsoft.com/office/drawing/2014/main" id="{45E71AFB-6DC6-E678-0CA3-7D2532001812}"/>
                </a:ext>
              </a:extLst>
            </p:cNvPr>
            <p:cNvSpPr>
              <a:spLocks noChangeArrowheads="1"/>
            </p:cNvSpPr>
            <p:nvPr/>
          </p:nvSpPr>
          <p:spPr bwMode="auto">
            <a:xfrm>
              <a:off x="5638800" y="18573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20" name="Oval 22">
              <a:extLst>
                <a:ext uri="{FF2B5EF4-FFF2-40B4-BE49-F238E27FC236}">
                  <a16:creationId xmlns:a16="http://schemas.microsoft.com/office/drawing/2014/main" id="{FCC5B0C9-B07D-B547-6949-17F8495E31FD}"/>
                </a:ext>
              </a:extLst>
            </p:cNvPr>
            <p:cNvSpPr>
              <a:spLocks noChangeArrowheads="1"/>
            </p:cNvSpPr>
            <p:nvPr/>
          </p:nvSpPr>
          <p:spPr bwMode="auto">
            <a:xfrm>
              <a:off x="5715000" y="1933545"/>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21" name="Rectangle 23">
              <a:extLst>
                <a:ext uri="{FF2B5EF4-FFF2-40B4-BE49-F238E27FC236}">
                  <a16:creationId xmlns:a16="http://schemas.microsoft.com/office/drawing/2014/main" id="{F7FBE838-DD5C-3C2B-8188-B30C11B55AA7}"/>
                </a:ext>
              </a:extLst>
            </p:cNvPr>
            <p:cNvSpPr>
              <a:spLocks noChangeArrowheads="1"/>
            </p:cNvSpPr>
            <p:nvPr/>
          </p:nvSpPr>
          <p:spPr bwMode="auto">
            <a:xfrm>
              <a:off x="5638800" y="20859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22" name="Oval 24">
              <a:extLst>
                <a:ext uri="{FF2B5EF4-FFF2-40B4-BE49-F238E27FC236}">
                  <a16:creationId xmlns:a16="http://schemas.microsoft.com/office/drawing/2014/main" id="{66535324-404C-1D20-7626-552F3026D516}"/>
                </a:ext>
              </a:extLst>
            </p:cNvPr>
            <p:cNvSpPr>
              <a:spLocks noChangeArrowheads="1"/>
            </p:cNvSpPr>
            <p:nvPr/>
          </p:nvSpPr>
          <p:spPr bwMode="auto">
            <a:xfrm>
              <a:off x="5715000" y="2162145"/>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23" name="Rectangle 25">
              <a:extLst>
                <a:ext uri="{FF2B5EF4-FFF2-40B4-BE49-F238E27FC236}">
                  <a16:creationId xmlns:a16="http://schemas.microsoft.com/office/drawing/2014/main" id="{F9B3B80C-E004-EF75-AF3F-6D03797B7626}"/>
                </a:ext>
              </a:extLst>
            </p:cNvPr>
            <p:cNvSpPr>
              <a:spLocks noChangeArrowheads="1"/>
            </p:cNvSpPr>
            <p:nvPr/>
          </p:nvSpPr>
          <p:spPr bwMode="auto">
            <a:xfrm>
              <a:off x="5638800" y="23145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24" name="Rectangle 26">
              <a:extLst>
                <a:ext uri="{FF2B5EF4-FFF2-40B4-BE49-F238E27FC236}">
                  <a16:creationId xmlns:a16="http://schemas.microsoft.com/office/drawing/2014/main" id="{4908AEB7-E4CE-3439-1661-1DAE9214640A}"/>
                </a:ext>
              </a:extLst>
            </p:cNvPr>
            <p:cNvSpPr>
              <a:spLocks noChangeArrowheads="1"/>
            </p:cNvSpPr>
            <p:nvPr/>
          </p:nvSpPr>
          <p:spPr bwMode="auto">
            <a:xfrm>
              <a:off x="5638800" y="26955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25" name="Text Box 27">
              <a:extLst>
                <a:ext uri="{FF2B5EF4-FFF2-40B4-BE49-F238E27FC236}">
                  <a16:creationId xmlns:a16="http://schemas.microsoft.com/office/drawing/2014/main" id="{767D6702-402A-DA65-0DF3-1D50D7A324AC}"/>
                </a:ext>
              </a:extLst>
            </p:cNvPr>
            <p:cNvSpPr txBox="1">
              <a:spLocks noChangeArrowheads="1"/>
            </p:cNvSpPr>
            <p:nvPr/>
          </p:nvSpPr>
          <p:spPr bwMode="auto">
            <a:xfrm>
              <a:off x="5562600" y="2466945"/>
              <a:ext cx="3365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dirty="0">
                  <a:latin typeface="Times New Roman" panose="02020603050405020304" pitchFamily="18" charset="0"/>
                  <a:ea typeface="굴림" panose="020B0600000101010101" pitchFamily="50" charset="-127"/>
                </a:rPr>
                <a:t>…</a:t>
              </a:r>
            </a:p>
          </p:txBody>
        </p:sp>
        <p:sp>
          <p:nvSpPr>
            <p:cNvPr id="26" name="Text Box 28">
              <a:extLst>
                <a:ext uri="{FF2B5EF4-FFF2-40B4-BE49-F238E27FC236}">
                  <a16:creationId xmlns:a16="http://schemas.microsoft.com/office/drawing/2014/main" id="{F9D762F4-E603-8BFB-DF7F-B239F961CA17}"/>
                </a:ext>
              </a:extLst>
            </p:cNvPr>
            <p:cNvSpPr txBox="1">
              <a:spLocks noChangeArrowheads="1"/>
            </p:cNvSpPr>
            <p:nvPr/>
          </p:nvSpPr>
          <p:spPr bwMode="auto">
            <a:xfrm>
              <a:off x="6705600" y="1704945"/>
              <a:ext cx="11874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algn="just" eaLnBrk="1" latinLnBrk="0" hangingPunct="1">
                <a:spcBef>
                  <a:spcPct val="0"/>
                </a:spcBef>
                <a:buFontTx/>
                <a:buNone/>
              </a:pPr>
              <a:r>
                <a:rPr lang="en-US" altLang="ko-KR" sz="1800" b="0" dirty="0">
                  <a:latin typeface="Helvetica" panose="020B0604020202020204" pitchFamily="34" charset="0"/>
                  <a:ea typeface="굴림" panose="020B0600000101010101" pitchFamily="50" charset="-127"/>
                </a:rPr>
                <a:t>File</a:t>
              </a:r>
            </a:p>
            <a:p>
              <a:pPr algn="just" eaLnBrk="1" latinLnBrk="0" hangingPunct="1">
                <a:spcBef>
                  <a:spcPct val="0"/>
                </a:spcBef>
                <a:buFontTx/>
                <a:buNone/>
              </a:pPr>
              <a:r>
                <a:rPr lang="en-US" altLang="ko-KR" sz="1800" b="0" dirty="0">
                  <a:latin typeface="Helvetica" panose="020B0604020202020204" pitchFamily="34" charset="0"/>
                  <a:ea typeface="굴림" panose="020B0600000101010101" pitchFamily="50" charset="-127"/>
                </a:rPr>
                <a:t>descriptor</a:t>
              </a:r>
            </a:p>
            <a:p>
              <a:pPr algn="just" eaLnBrk="1" latinLnBrk="0" hangingPunct="1">
                <a:spcBef>
                  <a:spcPct val="0"/>
                </a:spcBef>
                <a:buFontTx/>
                <a:buNone/>
              </a:pPr>
              <a:r>
                <a:rPr lang="en-US" altLang="ko-KR" sz="1800" b="0" dirty="0">
                  <a:latin typeface="Helvetica" panose="020B0604020202020204" pitchFamily="34" charset="0"/>
                  <a:ea typeface="굴림" panose="020B0600000101010101" pitchFamily="50" charset="-127"/>
                </a:rPr>
                <a:t>table</a:t>
              </a:r>
            </a:p>
          </p:txBody>
        </p:sp>
        <p:sp>
          <p:nvSpPr>
            <p:cNvPr id="27" name="Text Box 37">
              <a:extLst>
                <a:ext uri="{FF2B5EF4-FFF2-40B4-BE49-F238E27FC236}">
                  <a16:creationId xmlns:a16="http://schemas.microsoft.com/office/drawing/2014/main" id="{AFF85ADC-CE76-ABB3-1BA6-7D330C06A938}"/>
                </a:ext>
              </a:extLst>
            </p:cNvPr>
            <p:cNvSpPr txBox="1">
              <a:spLocks noChangeArrowheads="1"/>
            </p:cNvSpPr>
            <p:nvPr/>
          </p:nvSpPr>
          <p:spPr bwMode="auto">
            <a:xfrm>
              <a:off x="2743200" y="1628745"/>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0</a:t>
              </a:r>
            </a:p>
          </p:txBody>
        </p:sp>
        <p:sp>
          <p:nvSpPr>
            <p:cNvPr id="28" name="Text Box 38">
              <a:extLst>
                <a:ext uri="{FF2B5EF4-FFF2-40B4-BE49-F238E27FC236}">
                  <a16:creationId xmlns:a16="http://schemas.microsoft.com/office/drawing/2014/main" id="{CDB2EC34-D30E-D900-0106-059879C8269E}"/>
                </a:ext>
              </a:extLst>
            </p:cNvPr>
            <p:cNvSpPr txBox="1">
              <a:spLocks noChangeArrowheads="1"/>
            </p:cNvSpPr>
            <p:nvPr/>
          </p:nvSpPr>
          <p:spPr bwMode="auto">
            <a:xfrm>
              <a:off x="2743200" y="1857345"/>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1</a:t>
              </a:r>
            </a:p>
          </p:txBody>
        </p:sp>
        <p:sp>
          <p:nvSpPr>
            <p:cNvPr id="29" name="Text Box 39">
              <a:extLst>
                <a:ext uri="{FF2B5EF4-FFF2-40B4-BE49-F238E27FC236}">
                  <a16:creationId xmlns:a16="http://schemas.microsoft.com/office/drawing/2014/main" id="{63F5D136-66B8-6767-DB7F-87FD5784740D}"/>
                </a:ext>
              </a:extLst>
            </p:cNvPr>
            <p:cNvSpPr txBox="1">
              <a:spLocks noChangeArrowheads="1"/>
            </p:cNvSpPr>
            <p:nvPr/>
          </p:nvSpPr>
          <p:spPr bwMode="auto">
            <a:xfrm>
              <a:off x="2743200" y="2085945"/>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2</a:t>
              </a:r>
            </a:p>
          </p:txBody>
        </p:sp>
        <p:sp>
          <p:nvSpPr>
            <p:cNvPr id="30" name="Text Box 40">
              <a:extLst>
                <a:ext uri="{FF2B5EF4-FFF2-40B4-BE49-F238E27FC236}">
                  <a16:creationId xmlns:a16="http://schemas.microsoft.com/office/drawing/2014/main" id="{A263F05B-6973-6432-FBCB-0FBFA8E25F3E}"/>
                </a:ext>
              </a:extLst>
            </p:cNvPr>
            <p:cNvSpPr txBox="1">
              <a:spLocks noChangeArrowheads="1"/>
            </p:cNvSpPr>
            <p:nvPr/>
          </p:nvSpPr>
          <p:spPr bwMode="auto">
            <a:xfrm>
              <a:off x="2743200" y="2314545"/>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3</a:t>
              </a:r>
            </a:p>
          </p:txBody>
        </p:sp>
        <p:sp>
          <p:nvSpPr>
            <p:cNvPr id="31" name="Text Box 41">
              <a:extLst>
                <a:ext uri="{FF2B5EF4-FFF2-40B4-BE49-F238E27FC236}">
                  <a16:creationId xmlns:a16="http://schemas.microsoft.com/office/drawing/2014/main" id="{5A0A8CE6-D38A-F359-6679-FB78155C0DB8}"/>
                </a:ext>
              </a:extLst>
            </p:cNvPr>
            <p:cNvSpPr txBox="1">
              <a:spLocks noChangeArrowheads="1"/>
            </p:cNvSpPr>
            <p:nvPr/>
          </p:nvSpPr>
          <p:spPr bwMode="auto">
            <a:xfrm>
              <a:off x="5867400" y="1628745"/>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0</a:t>
              </a:r>
            </a:p>
          </p:txBody>
        </p:sp>
        <p:sp>
          <p:nvSpPr>
            <p:cNvPr id="32" name="Text Box 42">
              <a:extLst>
                <a:ext uri="{FF2B5EF4-FFF2-40B4-BE49-F238E27FC236}">
                  <a16:creationId xmlns:a16="http://schemas.microsoft.com/office/drawing/2014/main" id="{803EF9F6-8FAC-4D51-DB20-DF418C020BD2}"/>
                </a:ext>
              </a:extLst>
            </p:cNvPr>
            <p:cNvSpPr txBox="1">
              <a:spLocks noChangeArrowheads="1"/>
            </p:cNvSpPr>
            <p:nvPr/>
          </p:nvSpPr>
          <p:spPr bwMode="auto">
            <a:xfrm>
              <a:off x="5867400" y="1857345"/>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1</a:t>
              </a:r>
            </a:p>
          </p:txBody>
        </p:sp>
        <p:sp>
          <p:nvSpPr>
            <p:cNvPr id="33" name="Text Box 43">
              <a:extLst>
                <a:ext uri="{FF2B5EF4-FFF2-40B4-BE49-F238E27FC236}">
                  <a16:creationId xmlns:a16="http://schemas.microsoft.com/office/drawing/2014/main" id="{B06A979E-B272-FEC7-2AB5-B86791AF2F97}"/>
                </a:ext>
              </a:extLst>
            </p:cNvPr>
            <p:cNvSpPr txBox="1">
              <a:spLocks noChangeArrowheads="1"/>
            </p:cNvSpPr>
            <p:nvPr/>
          </p:nvSpPr>
          <p:spPr bwMode="auto">
            <a:xfrm>
              <a:off x="5867400" y="2085945"/>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2</a:t>
              </a:r>
            </a:p>
          </p:txBody>
        </p:sp>
        <p:sp>
          <p:nvSpPr>
            <p:cNvPr id="34" name="Text Box 44">
              <a:extLst>
                <a:ext uri="{FF2B5EF4-FFF2-40B4-BE49-F238E27FC236}">
                  <a16:creationId xmlns:a16="http://schemas.microsoft.com/office/drawing/2014/main" id="{01A9E536-3324-0096-DA8C-2A45D6469EBD}"/>
                </a:ext>
              </a:extLst>
            </p:cNvPr>
            <p:cNvSpPr txBox="1">
              <a:spLocks noChangeArrowheads="1"/>
            </p:cNvSpPr>
            <p:nvPr/>
          </p:nvSpPr>
          <p:spPr bwMode="auto">
            <a:xfrm>
              <a:off x="5867400" y="2314545"/>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3</a:t>
              </a:r>
            </a:p>
          </p:txBody>
        </p:sp>
        <p:cxnSp>
          <p:nvCxnSpPr>
            <p:cNvPr id="35" name="연결선: 꺾임 34">
              <a:extLst>
                <a:ext uri="{FF2B5EF4-FFF2-40B4-BE49-F238E27FC236}">
                  <a16:creationId xmlns:a16="http://schemas.microsoft.com/office/drawing/2014/main" id="{0D6C083B-2C6B-B011-465B-64381153EBA2}"/>
                </a:ext>
              </a:extLst>
            </p:cNvPr>
            <p:cNvCxnSpPr/>
            <p:nvPr/>
          </p:nvCxnSpPr>
          <p:spPr>
            <a:xfrm rot="5400000" flipH="1" flipV="1">
              <a:off x="3576778" y="1216459"/>
              <a:ext cx="111592" cy="886666"/>
            </a:xfrm>
            <a:prstGeom prst="bentConnector5">
              <a:avLst>
                <a:gd name="adj1" fmla="val -31516"/>
                <a:gd name="adj2" fmla="val 39931"/>
                <a:gd name="adj3" fmla="val -33943"/>
              </a:avLst>
            </a:prstGeom>
            <a:noFill/>
            <a:ln w="12700" cap="flat" cmpd="sng" algn="ctr">
              <a:solidFill>
                <a:sysClr val="windowText" lastClr="000000"/>
              </a:solidFill>
              <a:prstDash val="solid"/>
              <a:miter lim="800000"/>
              <a:tailEnd type="triangle"/>
            </a:ln>
            <a:effectLst/>
          </p:spPr>
        </p:cxnSp>
        <p:cxnSp>
          <p:nvCxnSpPr>
            <p:cNvPr id="36" name="연결선: 꺾임 35">
              <a:extLst>
                <a:ext uri="{FF2B5EF4-FFF2-40B4-BE49-F238E27FC236}">
                  <a16:creationId xmlns:a16="http://schemas.microsoft.com/office/drawing/2014/main" id="{0CBCA6CF-87D3-1CC9-48A7-DAB1735475ED}"/>
                </a:ext>
              </a:extLst>
            </p:cNvPr>
            <p:cNvCxnSpPr>
              <a:cxnSpLocks/>
            </p:cNvCxnSpPr>
            <p:nvPr/>
          </p:nvCxnSpPr>
          <p:spPr>
            <a:xfrm flipV="1">
              <a:off x="3189241" y="1679239"/>
              <a:ext cx="1021557" cy="274194"/>
            </a:xfrm>
            <a:prstGeom prst="bentConnector3">
              <a:avLst>
                <a:gd name="adj1" fmla="val 99919"/>
              </a:avLst>
            </a:prstGeom>
            <a:noFill/>
            <a:ln w="12700" cap="flat" cmpd="sng" algn="ctr">
              <a:solidFill>
                <a:sysClr val="windowText" lastClr="000000"/>
              </a:solidFill>
              <a:prstDash val="solid"/>
              <a:miter lim="800000"/>
              <a:tailEnd type="triangle"/>
            </a:ln>
            <a:effectLst/>
          </p:spPr>
        </p:cxnSp>
        <p:cxnSp>
          <p:nvCxnSpPr>
            <p:cNvPr id="37" name="연결선: 꺾임 36">
              <a:extLst>
                <a:ext uri="{FF2B5EF4-FFF2-40B4-BE49-F238E27FC236}">
                  <a16:creationId xmlns:a16="http://schemas.microsoft.com/office/drawing/2014/main" id="{9DC97404-D5C8-5722-ACCE-287BAF7BCA83}"/>
                </a:ext>
              </a:extLst>
            </p:cNvPr>
            <p:cNvCxnSpPr>
              <a:cxnSpLocks/>
            </p:cNvCxnSpPr>
            <p:nvPr/>
          </p:nvCxnSpPr>
          <p:spPr>
            <a:xfrm flipV="1">
              <a:off x="3189241" y="1719732"/>
              <a:ext cx="1156448" cy="479997"/>
            </a:xfrm>
            <a:prstGeom prst="bentConnector3">
              <a:avLst>
                <a:gd name="adj1" fmla="val 100179"/>
              </a:avLst>
            </a:prstGeom>
            <a:noFill/>
            <a:ln w="12700" cap="flat" cmpd="sng" algn="ctr">
              <a:solidFill>
                <a:sysClr val="windowText" lastClr="000000"/>
              </a:solidFill>
              <a:prstDash val="solid"/>
              <a:miter lim="800000"/>
              <a:tailEnd type="triangle"/>
            </a:ln>
            <a:effectLst/>
          </p:spPr>
        </p:cxnSp>
        <p:cxnSp>
          <p:nvCxnSpPr>
            <p:cNvPr id="38" name="연결선: 꺾임 37">
              <a:extLst>
                <a:ext uri="{FF2B5EF4-FFF2-40B4-BE49-F238E27FC236}">
                  <a16:creationId xmlns:a16="http://schemas.microsoft.com/office/drawing/2014/main" id="{F34B775C-2E6C-3DE3-9E8D-94D32B172096}"/>
                </a:ext>
              </a:extLst>
            </p:cNvPr>
            <p:cNvCxnSpPr>
              <a:cxnSpLocks/>
              <a:stCxn id="22" idx="2"/>
            </p:cNvCxnSpPr>
            <p:nvPr/>
          </p:nvCxnSpPr>
          <p:spPr>
            <a:xfrm rot="10800000">
              <a:off x="4737848" y="1715589"/>
              <a:ext cx="977152" cy="484657"/>
            </a:xfrm>
            <a:prstGeom prst="bentConnector3">
              <a:avLst>
                <a:gd name="adj1" fmla="val 99488"/>
              </a:avLst>
            </a:prstGeom>
            <a:noFill/>
            <a:ln w="12700" cap="flat" cmpd="sng" algn="ctr">
              <a:solidFill>
                <a:sysClr val="windowText" lastClr="000000"/>
              </a:solidFill>
              <a:prstDash val="solid"/>
              <a:miter lim="800000"/>
              <a:tailEnd type="triangle"/>
            </a:ln>
            <a:effectLst/>
          </p:spPr>
        </p:cxnSp>
        <p:cxnSp>
          <p:nvCxnSpPr>
            <p:cNvPr id="39" name="연결선: 꺾임 38">
              <a:extLst>
                <a:ext uri="{FF2B5EF4-FFF2-40B4-BE49-F238E27FC236}">
                  <a16:creationId xmlns:a16="http://schemas.microsoft.com/office/drawing/2014/main" id="{89EEE0E4-A0B9-9C42-0105-99F1932BCECE}"/>
                </a:ext>
              </a:extLst>
            </p:cNvPr>
            <p:cNvCxnSpPr>
              <a:cxnSpLocks/>
              <a:stCxn id="20" idx="2"/>
            </p:cNvCxnSpPr>
            <p:nvPr/>
          </p:nvCxnSpPr>
          <p:spPr>
            <a:xfrm rot="10800000">
              <a:off x="4897048" y="1679239"/>
              <a:ext cx="817952" cy="292406"/>
            </a:xfrm>
            <a:prstGeom prst="bentConnector3">
              <a:avLst>
                <a:gd name="adj1" fmla="val 99446"/>
              </a:avLst>
            </a:prstGeom>
            <a:noFill/>
            <a:ln w="12700" cap="flat" cmpd="sng" algn="ctr">
              <a:solidFill>
                <a:sysClr val="windowText" lastClr="000000"/>
              </a:solidFill>
              <a:prstDash val="solid"/>
              <a:miter lim="800000"/>
              <a:tailEnd type="triangle"/>
            </a:ln>
            <a:effectLst/>
          </p:spPr>
        </p:cxnSp>
        <p:cxnSp>
          <p:nvCxnSpPr>
            <p:cNvPr id="40" name="연결선: 꺾임 39">
              <a:extLst>
                <a:ext uri="{FF2B5EF4-FFF2-40B4-BE49-F238E27FC236}">
                  <a16:creationId xmlns:a16="http://schemas.microsoft.com/office/drawing/2014/main" id="{6C758189-ADA7-914F-9421-72B4BB2A9A57}"/>
                </a:ext>
              </a:extLst>
            </p:cNvPr>
            <p:cNvCxnSpPr>
              <a:cxnSpLocks/>
              <a:stCxn id="18" idx="2"/>
            </p:cNvCxnSpPr>
            <p:nvPr/>
          </p:nvCxnSpPr>
          <p:spPr>
            <a:xfrm rot="10800000">
              <a:off x="5027614" y="1603999"/>
              <a:ext cx="687386" cy="139047"/>
            </a:xfrm>
            <a:prstGeom prst="bentConnector3">
              <a:avLst>
                <a:gd name="adj1" fmla="val 99885"/>
              </a:avLst>
            </a:prstGeom>
            <a:noFill/>
            <a:ln w="12700" cap="flat" cmpd="sng" algn="ctr">
              <a:solidFill>
                <a:sysClr val="windowText" lastClr="000000"/>
              </a:solidFill>
              <a:prstDash val="solid"/>
              <a:miter lim="800000"/>
              <a:tailEnd type="triangle"/>
            </a:ln>
            <a:effectLst/>
          </p:spPr>
        </p:cxnSp>
        <p:sp>
          <p:nvSpPr>
            <p:cNvPr id="41" name="Oval 27">
              <a:extLst>
                <a:ext uri="{FF2B5EF4-FFF2-40B4-BE49-F238E27FC236}">
                  <a16:creationId xmlns:a16="http://schemas.microsoft.com/office/drawing/2014/main" id="{CBE988A1-593F-7482-2E4D-BAC0927AEBAC}"/>
                </a:ext>
              </a:extLst>
            </p:cNvPr>
            <p:cNvSpPr>
              <a:spLocks noChangeArrowheads="1"/>
            </p:cNvSpPr>
            <p:nvPr/>
          </p:nvSpPr>
          <p:spPr bwMode="auto">
            <a:xfrm>
              <a:off x="3886200" y="1018629"/>
              <a:ext cx="1295400" cy="6858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algn="ctr" eaLnBrk="1" latinLnBrk="0" hangingPunct="1">
                <a:spcBef>
                  <a:spcPct val="0"/>
                </a:spcBef>
                <a:buFontTx/>
                <a:buNone/>
              </a:pPr>
              <a:r>
                <a:rPr lang="en-US" altLang="ko-KR" sz="1600" b="0" dirty="0">
                  <a:latin typeface="Courier New" panose="02070309020205020404" pitchFamily="49" charset="0"/>
                  <a:ea typeface="굴림" panose="020B0600000101010101" pitchFamily="50" charset="-127"/>
                  <a:cs typeface="Courier New" panose="02070309020205020404" pitchFamily="49" charset="0"/>
                </a:rPr>
                <a:t>/dev/</a:t>
              </a:r>
              <a:r>
                <a:rPr lang="en-US" altLang="ko-KR" sz="1600" b="0" dirty="0" err="1">
                  <a:latin typeface="Courier New" panose="02070309020205020404" pitchFamily="49" charset="0"/>
                  <a:ea typeface="굴림" panose="020B0600000101010101" pitchFamily="50" charset="-127"/>
                  <a:cs typeface="Courier New" panose="02070309020205020404" pitchFamily="49" charset="0"/>
                </a:rPr>
                <a:t>tty</a:t>
              </a:r>
              <a:endParaRPr lang="en-US" altLang="ko-KR" sz="1600" b="0" dirty="0">
                <a:latin typeface="Courier New" panose="02070309020205020404" pitchFamily="49" charset="0"/>
                <a:ea typeface="굴림" panose="020B0600000101010101" pitchFamily="50" charset="-127"/>
                <a:cs typeface="Courier New" panose="02070309020205020404" pitchFamily="49" charset="0"/>
              </a:endParaRPr>
            </a:p>
          </p:txBody>
        </p:sp>
      </p:grpSp>
      <p:sp>
        <p:nvSpPr>
          <p:cNvPr id="44" name="TextBox 43">
            <a:extLst>
              <a:ext uri="{FF2B5EF4-FFF2-40B4-BE49-F238E27FC236}">
                <a16:creationId xmlns:a16="http://schemas.microsoft.com/office/drawing/2014/main" id="{6B900889-84AE-06C1-38E8-19325306FA92}"/>
              </a:ext>
            </a:extLst>
          </p:cNvPr>
          <p:cNvSpPr txBox="1"/>
          <p:nvPr/>
        </p:nvSpPr>
        <p:spPr>
          <a:xfrm>
            <a:off x="630475" y="2432992"/>
            <a:ext cx="3717684" cy="2862322"/>
          </a:xfrm>
          <a:prstGeom prst="rect">
            <a:avLst/>
          </a:prstGeom>
          <a:solidFill>
            <a:srgbClr val="FFFF66"/>
          </a:solidFill>
          <a:ln>
            <a:solidFill>
              <a:schemeClr val="tx1"/>
            </a:solidFill>
          </a:ln>
        </p:spPr>
        <p:txBody>
          <a:bodyPr wrap="none">
            <a:spAutoFit/>
          </a:bodyPr>
          <a:lstStyle/>
          <a:p>
            <a:pPr lvl="0">
              <a:defRPr/>
            </a:pPr>
            <a:r>
              <a:rPr lang="en-US" altLang="ko-KR" sz="1200" dirty="0" err="1">
                <a:latin typeface="Courier New"/>
                <a:ea typeface="맑은 고딕"/>
                <a:cs typeface="Courier New"/>
              </a:rPr>
              <a:t>pid</a:t>
            </a:r>
            <a:r>
              <a:rPr lang="en-US" altLang="ko-KR" sz="1200" dirty="0">
                <a:latin typeface="Courier New"/>
                <a:ea typeface="맑은 고딕"/>
                <a:cs typeface="Courier New"/>
              </a:rPr>
              <a:t> = fork();</a:t>
            </a:r>
            <a:endParaRPr lang="en-US" altLang="ko-KR" sz="1200" dirty="0">
              <a:solidFill>
                <a:schemeClr val="accent6"/>
              </a:solidFill>
              <a:latin typeface="Courier New"/>
              <a:ea typeface="맑은 고딕"/>
              <a:cs typeface="Courier New"/>
            </a:endParaRPr>
          </a:p>
          <a:p>
            <a:pPr lvl="0">
              <a:defRPr/>
            </a:pPr>
            <a:endParaRPr lang="en-US" altLang="ko-KR" sz="1200" dirty="0">
              <a:solidFill>
                <a:schemeClr val="accent6"/>
              </a:solidFill>
              <a:latin typeface="Courier New"/>
              <a:ea typeface="맑은 고딕"/>
              <a:cs typeface="Courier New"/>
            </a:endParaRPr>
          </a:p>
          <a:p>
            <a:pPr lvl="0">
              <a:defRPr/>
            </a:pPr>
            <a:r>
              <a:rPr lang="en-US" altLang="ko-KR" sz="1200" dirty="0">
                <a:solidFill>
                  <a:schemeClr val="accent6"/>
                </a:solidFill>
                <a:latin typeface="Courier New"/>
                <a:ea typeface="맑은 고딕"/>
                <a:cs typeface="Courier New"/>
              </a:rPr>
              <a:t>if</a:t>
            </a:r>
            <a:r>
              <a:rPr lang="en-US" altLang="ko-KR" sz="1200" dirty="0">
                <a:latin typeface="Courier New"/>
                <a:ea typeface="맑은 고딕"/>
                <a:cs typeface="Courier New"/>
              </a:rPr>
              <a:t> (</a:t>
            </a:r>
            <a:r>
              <a:rPr lang="en-US" altLang="ko-KR" sz="1200" dirty="0" err="1">
                <a:latin typeface="Courier New"/>
                <a:ea typeface="맑은 고딕"/>
                <a:cs typeface="Courier New"/>
              </a:rPr>
              <a:t>pid</a:t>
            </a:r>
            <a:r>
              <a:rPr lang="en-US" altLang="ko-KR" sz="1200" dirty="0">
                <a:latin typeface="Courier New"/>
                <a:ea typeface="맑은 고딕"/>
                <a:cs typeface="Courier New"/>
              </a:rPr>
              <a:t> == 0){</a:t>
            </a:r>
          </a:p>
          <a:p>
            <a:pPr lvl="0">
              <a:defRPr/>
            </a:pPr>
            <a:r>
              <a:rPr lang="en-US" altLang="ko-KR" sz="1200" dirty="0">
                <a:latin typeface="Courier New"/>
                <a:ea typeface="맑은 고딕"/>
                <a:cs typeface="Courier New"/>
              </a:rPr>
              <a:t>  /* Child process */</a:t>
            </a:r>
          </a:p>
          <a:p>
            <a:pPr lvl="0">
              <a:defRPr/>
            </a:pPr>
            <a:r>
              <a:rPr lang="en-US" altLang="ko-KR" sz="1200" dirty="0">
                <a:latin typeface="Courier New"/>
                <a:ea typeface="맑은 고딕"/>
                <a:cs typeface="Courier New"/>
              </a:rPr>
              <a:t>  </a:t>
            </a:r>
            <a:r>
              <a:rPr lang="en-US" altLang="ko-KR" sz="1200" dirty="0" err="1">
                <a:latin typeface="Courier New"/>
                <a:ea typeface="맑은 고딕"/>
                <a:cs typeface="Courier New"/>
              </a:rPr>
              <a:t>fd</a:t>
            </a:r>
            <a:r>
              <a:rPr lang="en-US" altLang="ko-KR" sz="1200" dirty="0">
                <a:latin typeface="Courier New"/>
                <a:ea typeface="맑은 고딕"/>
                <a:cs typeface="Courier New"/>
              </a:rPr>
              <a:t> = </a:t>
            </a:r>
            <a:r>
              <a:rPr lang="en-US" altLang="ko-KR" sz="1200" dirty="0" err="1">
                <a:latin typeface="Courier New"/>
                <a:ea typeface="맑은 고딕"/>
                <a:cs typeface="Courier New"/>
              </a:rPr>
              <a:t>creat</a:t>
            </a:r>
            <a:r>
              <a:rPr lang="en-US" altLang="ko-KR" sz="1200" dirty="0">
                <a:latin typeface="Courier New"/>
                <a:ea typeface="맑은 고딕"/>
                <a:cs typeface="Courier New"/>
              </a:rPr>
              <a:t>(“</a:t>
            </a:r>
            <a:r>
              <a:rPr lang="en-US" altLang="ko-KR" sz="1200" dirty="0" err="1">
                <a:latin typeface="Courier New"/>
                <a:ea typeface="맑은 고딕"/>
                <a:cs typeface="Courier New"/>
              </a:rPr>
              <a:t>somefile</a:t>
            </a:r>
            <a:r>
              <a:rPr lang="en-US" altLang="ko-KR" sz="1200" dirty="0">
                <a:latin typeface="Courier New"/>
                <a:ea typeface="맑은 고딕"/>
                <a:cs typeface="Courier New"/>
              </a:rPr>
              <a:t>”, 0640);</a:t>
            </a:r>
          </a:p>
          <a:p>
            <a:pPr lvl="0">
              <a:defRPr/>
            </a:pPr>
            <a:r>
              <a:rPr lang="en-US" altLang="ko-KR" sz="1200" dirty="0">
                <a:latin typeface="Courier New"/>
                <a:ea typeface="맑은 고딕"/>
                <a:cs typeface="Courier New"/>
              </a:rPr>
              <a:t>  dup2(</a:t>
            </a:r>
            <a:r>
              <a:rPr lang="en-US" altLang="ko-KR" sz="1200" dirty="0" err="1">
                <a:latin typeface="Courier New"/>
                <a:ea typeface="맑은 고딕"/>
                <a:cs typeface="Courier New"/>
              </a:rPr>
              <a:t>fd</a:t>
            </a:r>
            <a:r>
              <a:rPr lang="en-US" altLang="ko-KR" sz="1200" dirty="0">
                <a:latin typeface="Courier New"/>
                <a:ea typeface="맑은 고딕"/>
                <a:cs typeface="Courier New"/>
              </a:rPr>
              <a:t>, 1);</a:t>
            </a:r>
          </a:p>
          <a:p>
            <a:pPr lvl="0">
              <a:defRPr/>
            </a:pPr>
            <a:r>
              <a:rPr lang="en-US" altLang="ko-KR" sz="1200" dirty="0">
                <a:latin typeface="Courier New"/>
                <a:ea typeface="맑은 고딕"/>
                <a:cs typeface="Courier New"/>
              </a:rPr>
              <a:t>  close(</a:t>
            </a:r>
            <a:r>
              <a:rPr lang="en-US" altLang="ko-KR" sz="1200" dirty="0" err="1">
                <a:latin typeface="Courier New"/>
                <a:ea typeface="맑은 고딕"/>
                <a:cs typeface="Courier New"/>
              </a:rPr>
              <a:t>fd</a:t>
            </a:r>
            <a:r>
              <a:rPr lang="en-US" altLang="ko-KR" sz="1200" dirty="0">
                <a:latin typeface="Courier New"/>
                <a:ea typeface="맑은 고딕"/>
                <a:cs typeface="Courier New"/>
              </a:rPr>
              <a:t>);</a:t>
            </a:r>
          </a:p>
          <a:p>
            <a:pPr lvl="0">
              <a:defRPr/>
            </a:pPr>
            <a:r>
              <a:rPr lang="en-US" altLang="ko-KR" sz="1200" dirty="0">
                <a:latin typeface="Courier New"/>
                <a:ea typeface="맑은 고딕"/>
                <a:cs typeface="Courier New"/>
              </a:rPr>
              <a:t>  </a:t>
            </a:r>
            <a:r>
              <a:rPr lang="en-US" altLang="ko-KR" sz="1200" dirty="0" err="1">
                <a:latin typeface="Courier New"/>
                <a:ea typeface="맑은 고딕"/>
                <a:cs typeface="Courier New"/>
              </a:rPr>
              <a:t>execvp</a:t>
            </a:r>
            <a:r>
              <a:rPr lang="en-US" altLang="ko-KR" sz="1200" dirty="0">
                <a:latin typeface="Courier New"/>
                <a:ea typeface="맑은 고딕"/>
                <a:cs typeface="Courier New"/>
              </a:rPr>
              <a:t>(“</a:t>
            </a:r>
            <a:r>
              <a:rPr lang="en-US" altLang="ko-KR" sz="1200" dirty="0" err="1">
                <a:latin typeface="Courier New"/>
                <a:ea typeface="맑은 고딕"/>
                <a:cs typeface="Courier New"/>
              </a:rPr>
              <a:t>someprogram</a:t>
            </a:r>
            <a:r>
              <a:rPr lang="en-US" altLang="ko-KR" sz="1200" dirty="0">
                <a:latin typeface="Courier New"/>
                <a:ea typeface="맑은 고딕"/>
                <a:cs typeface="Courier New"/>
              </a:rPr>
              <a:t>”, </a:t>
            </a:r>
            <a:r>
              <a:rPr lang="en-US" altLang="ko-KR" sz="1200" dirty="0" err="1">
                <a:latin typeface="Courier New"/>
                <a:ea typeface="맑은 고딕"/>
                <a:cs typeface="Courier New"/>
              </a:rPr>
              <a:t>program_args</a:t>
            </a:r>
            <a:r>
              <a:rPr lang="en-US" altLang="ko-KR" sz="1200" dirty="0">
                <a:latin typeface="Courier New"/>
                <a:ea typeface="맑은 고딕"/>
                <a:cs typeface="Courier New"/>
              </a:rPr>
              <a:t>);</a:t>
            </a:r>
          </a:p>
          <a:p>
            <a:pPr lvl="0">
              <a:defRPr/>
            </a:pPr>
            <a:r>
              <a:rPr lang="en-US" altLang="ko-KR" sz="1200" dirty="0">
                <a:latin typeface="Courier New"/>
                <a:ea typeface="맑은 고딕"/>
                <a:cs typeface="Courier New"/>
              </a:rPr>
              <a:t>  </a:t>
            </a:r>
            <a:r>
              <a:rPr lang="en-US" altLang="ko-KR" sz="1200" dirty="0" err="1">
                <a:latin typeface="Courier New"/>
                <a:ea typeface="맑은 고딕"/>
                <a:cs typeface="Courier New"/>
              </a:rPr>
              <a:t>fprintf</a:t>
            </a:r>
            <a:r>
              <a:rPr lang="en-US" altLang="ko-KR" sz="1200" dirty="0">
                <a:latin typeface="Courier New"/>
                <a:ea typeface="맑은 고딕"/>
                <a:cs typeface="Courier New"/>
              </a:rPr>
              <a:t>(stderr, “exec failed\n”);</a:t>
            </a:r>
          </a:p>
          <a:p>
            <a:pPr lvl="0">
              <a:defRPr/>
            </a:pPr>
            <a:r>
              <a:rPr lang="en-US" altLang="ko-KR" sz="1200" dirty="0">
                <a:latin typeface="Courier New"/>
                <a:ea typeface="맑은 고딕"/>
                <a:cs typeface="Courier New"/>
              </a:rPr>
              <a:t>  exit(EXIT_FAILURE);</a:t>
            </a:r>
          </a:p>
          <a:p>
            <a:pPr lvl="0">
              <a:defRPr/>
            </a:pPr>
            <a:r>
              <a:rPr lang="en-US" altLang="ko-KR" sz="1200" dirty="0">
                <a:latin typeface="Courier New"/>
                <a:ea typeface="맑은 고딕"/>
                <a:cs typeface="Courier New"/>
              </a:rPr>
              <a:t>} </a:t>
            </a:r>
          </a:p>
          <a:p>
            <a:pPr lvl="0">
              <a:defRPr/>
            </a:pPr>
            <a:endParaRPr lang="en-US" altLang="ko-KR" sz="1200" dirty="0">
              <a:latin typeface="Courier New"/>
              <a:ea typeface="맑은 고딕"/>
              <a:cs typeface="Courier New"/>
            </a:endParaRPr>
          </a:p>
          <a:p>
            <a:pPr lvl="0">
              <a:defRPr/>
            </a:pPr>
            <a:r>
              <a:rPr lang="en-US" altLang="ko-KR" sz="1200" dirty="0">
                <a:latin typeface="Courier New"/>
                <a:ea typeface="맑은 고딕"/>
                <a:cs typeface="Courier New"/>
              </a:rPr>
              <a:t>/* Parent process */</a:t>
            </a:r>
          </a:p>
          <a:p>
            <a:pPr lvl="0">
              <a:defRPr/>
            </a:pPr>
            <a:r>
              <a:rPr lang="en-US" altLang="ko-KR" sz="1200" dirty="0" err="1">
                <a:latin typeface="Courier New"/>
                <a:ea typeface="맑은 고딕"/>
                <a:cs typeface="Courier New"/>
              </a:rPr>
              <a:t>pid</a:t>
            </a:r>
            <a:r>
              <a:rPr lang="ko-KR" altLang="en-US" sz="1200" dirty="0">
                <a:latin typeface="Courier New"/>
                <a:ea typeface="맑은 고딕"/>
                <a:cs typeface="Courier New"/>
              </a:rPr>
              <a:t> </a:t>
            </a:r>
            <a:r>
              <a:rPr lang="en-US" altLang="ko-KR" sz="1200" dirty="0">
                <a:latin typeface="Courier New"/>
                <a:ea typeface="맑은 고딕"/>
                <a:cs typeface="Courier New"/>
              </a:rPr>
              <a:t>=</a:t>
            </a:r>
            <a:r>
              <a:rPr lang="ko-KR" altLang="en-US" sz="1200" dirty="0">
                <a:latin typeface="Courier New"/>
                <a:ea typeface="맑은 고딕"/>
                <a:cs typeface="Courier New"/>
              </a:rPr>
              <a:t> </a:t>
            </a:r>
            <a:r>
              <a:rPr lang="en-US" altLang="ko-KR" sz="1200" dirty="0">
                <a:latin typeface="Courier New"/>
                <a:ea typeface="맑은 고딕"/>
                <a:cs typeface="Courier New"/>
              </a:rPr>
              <a:t>wait(NULL);</a:t>
            </a:r>
          </a:p>
          <a:p>
            <a:pPr lvl="0">
              <a:defRPr/>
            </a:pPr>
            <a:endParaRPr lang="ko-KR" altLang="en-US" sz="1200" dirty="0">
              <a:latin typeface="Courier New"/>
              <a:ea typeface="맑은 고딕"/>
              <a:cs typeface="Courier New"/>
            </a:endParaRPr>
          </a:p>
        </p:txBody>
      </p:sp>
      <p:cxnSp>
        <p:nvCxnSpPr>
          <p:cNvPr id="46" name="직선 화살표 연결선 45">
            <a:extLst>
              <a:ext uri="{FF2B5EF4-FFF2-40B4-BE49-F238E27FC236}">
                <a16:creationId xmlns:a16="http://schemas.microsoft.com/office/drawing/2014/main" id="{3058439A-6546-290D-454C-DD514F9FB280}"/>
              </a:ext>
            </a:extLst>
          </p:cNvPr>
          <p:cNvCxnSpPr>
            <a:cxnSpLocks/>
          </p:cNvCxnSpPr>
          <p:nvPr/>
        </p:nvCxnSpPr>
        <p:spPr>
          <a:xfrm>
            <a:off x="75357" y="2926080"/>
            <a:ext cx="55511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5" name="Text Box 4">
            <a:extLst>
              <a:ext uri="{FF2B5EF4-FFF2-40B4-BE49-F238E27FC236}">
                <a16:creationId xmlns:a16="http://schemas.microsoft.com/office/drawing/2014/main" id="{7F04FB45-C8DA-47AF-A466-4F7C9D36B1A6}"/>
              </a:ext>
            </a:extLst>
          </p:cNvPr>
          <p:cNvSpPr txBox="1">
            <a:spLocks noChangeArrowheads="1"/>
          </p:cNvSpPr>
          <p:nvPr/>
        </p:nvSpPr>
        <p:spPr bwMode="auto">
          <a:xfrm>
            <a:off x="7941641" y="4389616"/>
            <a:ext cx="97334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600" b="0" dirty="0">
                <a:latin typeface="Helvetica" panose="020B0604020202020204" pitchFamily="34" charset="0"/>
                <a:ea typeface="굴림" panose="020B0600000101010101" pitchFamily="50" charset="-127"/>
              </a:rPr>
              <a:t>0: stdin</a:t>
            </a:r>
          </a:p>
          <a:p>
            <a:pPr eaLnBrk="1" latinLnBrk="0" hangingPunct="1">
              <a:spcBef>
                <a:spcPct val="0"/>
              </a:spcBef>
              <a:buFontTx/>
              <a:buNone/>
            </a:pPr>
            <a:r>
              <a:rPr lang="en-US" altLang="ko-KR" sz="1600" dirty="0">
                <a:latin typeface="Helvetica" panose="020B0604020202020204" pitchFamily="34" charset="0"/>
                <a:ea typeface="굴림" panose="020B0600000101010101" pitchFamily="50" charset="-127"/>
              </a:rPr>
              <a:t>1: </a:t>
            </a:r>
            <a:r>
              <a:rPr lang="en-US" altLang="ko-KR" sz="1600" dirty="0" err="1">
                <a:latin typeface="Helvetica" panose="020B0604020202020204" pitchFamily="34" charset="0"/>
                <a:ea typeface="굴림" panose="020B0600000101010101" pitchFamily="50" charset="-127"/>
              </a:rPr>
              <a:t>stdout</a:t>
            </a:r>
            <a:endParaRPr lang="en-US" altLang="ko-KR" sz="1600" dirty="0">
              <a:latin typeface="Helvetica" panose="020B0604020202020204" pitchFamily="34" charset="0"/>
              <a:ea typeface="굴림" panose="020B0600000101010101" pitchFamily="50" charset="-127"/>
            </a:endParaRPr>
          </a:p>
          <a:p>
            <a:pPr eaLnBrk="1" latinLnBrk="0" hangingPunct="1">
              <a:spcBef>
                <a:spcPct val="0"/>
              </a:spcBef>
              <a:buFontTx/>
              <a:buNone/>
            </a:pPr>
            <a:r>
              <a:rPr lang="en-US" altLang="ko-KR" sz="1600" b="0" dirty="0">
                <a:latin typeface="Helvetica" panose="020B0604020202020204" pitchFamily="34" charset="0"/>
                <a:ea typeface="굴림" panose="020B0600000101010101" pitchFamily="50" charset="-127"/>
              </a:rPr>
              <a:t>2: stderr</a:t>
            </a:r>
          </a:p>
        </p:txBody>
      </p:sp>
    </p:spTree>
    <p:extLst>
      <p:ext uri="{BB962C8B-B14F-4D97-AF65-F5344CB8AC3E}">
        <p14:creationId xmlns:p14="http://schemas.microsoft.com/office/powerpoint/2010/main" val="30192875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CA7C6-BE81-DDB9-565F-4DD90B3E546F}"/>
            </a:ext>
          </a:extLst>
        </p:cNvPr>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2AE6F1CE-622A-4FA8-6E19-D43986194977}"/>
              </a:ext>
            </a:extLst>
          </p:cNvPr>
          <p:cNvSpPr>
            <a:spLocks noGrp="1"/>
          </p:cNvSpPr>
          <p:nvPr>
            <p:ph type="sldNum" sz="quarter" idx="12"/>
          </p:nvPr>
        </p:nvSpPr>
        <p:spPr/>
        <p:txBody>
          <a:bodyPr/>
          <a:lstStyle/>
          <a:p>
            <a:r>
              <a:rPr lang="en-US" altLang="ko-KR"/>
              <a:t>-</a:t>
            </a:r>
            <a:fld id="{3D16D23B-24D6-455E-BBD7-6975BEA16FD4}" type="slidenum">
              <a:rPr lang="ko-KR" altLang="en-US" smtClean="0"/>
              <a:pPr/>
              <a:t>19</a:t>
            </a:fld>
            <a:r>
              <a:rPr lang="en-US" altLang="ko-KR"/>
              <a:t>-</a:t>
            </a:r>
            <a:endParaRPr lang="ko-KR" altLang="en-US" dirty="0"/>
          </a:p>
        </p:txBody>
      </p:sp>
      <p:sp>
        <p:nvSpPr>
          <p:cNvPr id="3" name="제목 2">
            <a:extLst>
              <a:ext uri="{FF2B5EF4-FFF2-40B4-BE49-F238E27FC236}">
                <a16:creationId xmlns:a16="http://schemas.microsoft.com/office/drawing/2014/main" id="{C7200239-7463-F12B-6A8C-33DF9F263279}"/>
              </a:ext>
            </a:extLst>
          </p:cNvPr>
          <p:cNvSpPr>
            <a:spLocks noGrp="1"/>
          </p:cNvSpPr>
          <p:nvPr>
            <p:ph type="title"/>
          </p:nvPr>
        </p:nvSpPr>
        <p:spPr/>
        <p:txBody>
          <a:bodyPr/>
          <a:lstStyle/>
          <a:p>
            <a:r>
              <a:rPr lang="en-US" altLang="ko-KR" dirty="0"/>
              <a:t>Simple Redirection Trace (2)</a:t>
            </a:r>
            <a:endParaRPr lang="ko-KR" altLang="en-US" dirty="0"/>
          </a:p>
        </p:txBody>
      </p:sp>
      <p:sp>
        <p:nvSpPr>
          <p:cNvPr id="4" name="텍스트 개체 틀 3">
            <a:extLst>
              <a:ext uri="{FF2B5EF4-FFF2-40B4-BE49-F238E27FC236}">
                <a16:creationId xmlns:a16="http://schemas.microsoft.com/office/drawing/2014/main" id="{55FADC8A-5973-6373-1977-58EC23B896B2}"/>
              </a:ext>
            </a:extLst>
          </p:cNvPr>
          <p:cNvSpPr>
            <a:spLocks noGrp="1"/>
          </p:cNvSpPr>
          <p:nvPr>
            <p:ph type="body" sz="quarter" idx="13"/>
          </p:nvPr>
        </p:nvSpPr>
        <p:spPr>
          <a:xfrm>
            <a:off x="350980" y="973316"/>
            <a:ext cx="11369963" cy="5140325"/>
          </a:xfrm>
        </p:spPr>
        <p:txBody>
          <a:bodyPr/>
          <a:lstStyle/>
          <a:p>
            <a:r>
              <a:rPr lang="en-US" altLang="ko-KR" dirty="0"/>
              <a:t>Child process creates </a:t>
            </a:r>
            <a:r>
              <a:rPr lang="en-US" altLang="ko-KR" dirty="0" err="1">
                <a:latin typeface="Courier New" panose="02070309020205020404" pitchFamily="49" charset="0"/>
                <a:cs typeface="Courier New" panose="02070309020205020404" pitchFamily="49" charset="0"/>
              </a:rPr>
              <a:t>somefile</a:t>
            </a:r>
            <a:endParaRPr lang="en-US" altLang="ko-KR" dirty="0">
              <a:latin typeface="Courier New" panose="02070309020205020404" pitchFamily="49" charset="0"/>
              <a:cs typeface="Courier New" panose="02070309020205020404" pitchFamily="49" charset="0"/>
            </a:endParaRPr>
          </a:p>
          <a:p>
            <a:endParaRPr lang="ko-KR" altLang="en-US" dirty="0"/>
          </a:p>
        </p:txBody>
      </p:sp>
      <p:grpSp>
        <p:nvGrpSpPr>
          <p:cNvPr id="83" name="그룹 82">
            <a:extLst>
              <a:ext uri="{FF2B5EF4-FFF2-40B4-BE49-F238E27FC236}">
                <a16:creationId xmlns:a16="http://schemas.microsoft.com/office/drawing/2014/main" id="{6ADE63F3-9AC1-0A8F-599D-B0D9FB58C38A}"/>
              </a:ext>
            </a:extLst>
          </p:cNvPr>
          <p:cNvGrpSpPr/>
          <p:nvPr/>
        </p:nvGrpSpPr>
        <p:grpSpPr>
          <a:xfrm>
            <a:off x="5047093" y="2742877"/>
            <a:ext cx="6673850" cy="2057886"/>
            <a:chOff x="2757055" y="2415167"/>
            <a:chExt cx="6673850" cy="2057886"/>
          </a:xfrm>
        </p:grpSpPr>
        <p:sp>
          <p:nvSpPr>
            <p:cNvPr id="43" name="Text Box 4">
              <a:extLst>
                <a:ext uri="{FF2B5EF4-FFF2-40B4-BE49-F238E27FC236}">
                  <a16:creationId xmlns:a16="http://schemas.microsoft.com/office/drawing/2014/main" id="{B9FE72C1-E340-4CE9-1706-828985D3E868}"/>
                </a:ext>
              </a:extLst>
            </p:cNvPr>
            <p:cNvSpPr txBox="1">
              <a:spLocks noChangeArrowheads="1"/>
            </p:cNvSpPr>
            <p:nvPr/>
          </p:nvSpPr>
          <p:spPr bwMode="auto">
            <a:xfrm>
              <a:off x="2770549" y="2415683"/>
              <a:ext cx="190789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2000" b="0" dirty="0">
                  <a:latin typeface="Helvetica" panose="020B0604020202020204" pitchFamily="34" charset="0"/>
                  <a:ea typeface="굴림" panose="020B0600000101010101" pitchFamily="50" charset="-127"/>
                </a:rPr>
                <a:t>Parent process</a:t>
              </a:r>
            </a:p>
          </p:txBody>
        </p:sp>
        <p:sp>
          <p:nvSpPr>
            <p:cNvPr id="44" name="Text Box 6">
              <a:extLst>
                <a:ext uri="{FF2B5EF4-FFF2-40B4-BE49-F238E27FC236}">
                  <a16:creationId xmlns:a16="http://schemas.microsoft.com/office/drawing/2014/main" id="{234B4B32-6F5F-72FD-4327-BD5975CA3B09}"/>
                </a:ext>
              </a:extLst>
            </p:cNvPr>
            <p:cNvSpPr txBox="1">
              <a:spLocks noChangeArrowheads="1"/>
            </p:cNvSpPr>
            <p:nvPr/>
          </p:nvSpPr>
          <p:spPr bwMode="auto">
            <a:xfrm>
              <a:off x="7097301" y="2415683"/>
              <a:ext cx="173957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2000" b="0" dirty="0">
                  <a:latin typeface="Helvetica" panose="020B0604020202020204" pitchFamily="34" charset="0"/>
                  <a:ea typeface="굴림" panose="020B0600000101010101" pitchFamily="50" charset="-127"/>
                </a:rPr>
                <a:t>Child process</a:t>
              </a:r>
            </a:p>
          </p:txBody>
        </p:sp>
        <p:sp>
          <p:nvSpPr>
            <p:cNvPr id="45" name="Rectangle 8">
              <a:extLst>
                <a:ext uri="{FF2B5EF4-FFF2-40B4-BE49-F238E27FC236}">
                  <a16:creationId xmlns:a16="http://schemas.microsoft.com/office/drawing/2014/main" id="{DF06A0B4-D301-17B5-F8F5-41669A06B3D7}"/>
                </a:ext>
              </a:extLst>
            </p:cNvPr>
            <p:cNvSpPr>
              <a:spLocks noChangeArrowheads="1"/>
            </p:cNvSpPr>
            <p:nvPr/>
          </p:nvSpPr>
          <p:spPr bwMode="auto">
            <a:xfrm>
              <a:off x="4585855" y="3025283"/>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46" name="Oval 9">
              <a:extLst>
                <a:ext uri="{FF2B5EF4-FFF2-40B4-BE49-F238E27FC236}">
                  <a16:creationId xmlns:a16="http://schemas.microsoft.com/office/drawing/2014/main" id="{FA3EE6D2-3B2E-E91A-8B23-072DB0DF0782}"/>
                </a:ext>
              </a:extLst>
            </p:cNvPr>
            <p:cNvSpPr>
              <a:spLocks noChangeArrowheads="1"/>
            </p:cNvSpPr>
            <p:nvPr/>
          </p:nvSpPr>
          <p:spPr bwMode="auto">
            <a:xfrm>
              <a:off x="4662055" y="3101483"/>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47" name="Rectangle 10">
              <a:extLst>
                <a:ext uri="{FF2B5EF4-FFF2-40B4-BE49-F238E27FC236}">
                  <a16:creationId xmlns:a16="http://schemas.microsoft.com/office/drawing/2014/main" id="{BA3BDD8F-BC91-0D82-B16C-F1FE028EB313}"/>
                </a:ext>
              </a:extLst>
            </p:cNvPr>
            <p:cNvSpPr>
              <a:spLocks noChangeArrowheads="1"/>
            </p:cNvSpPr>
            <p:nvPr/>
          </p:nvSpPr>
          <p:spPr bwMode="auto">
            <a:xfrm>
              <a:off x="4585855" y="3253883"/>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48" name="Oval 11">
              <a:extLst>
                <a:ext uri="{FF2B5EF4-FFF2-40B4-BE49-F238E27FC236}">
                  <a16:creationId xmlns:a16="http://schemas.microsoft.com/office/drawing/2014/main" id="{E59F933D-6F99-DD55-AC0D-A2D4E666BFD9}"/>
                </a:ext>
              </a:extLst>
            </p:cNvPr>
            <p:cNvSpPr>
              <a:spLocks noChangeArrowheads="1"/>
            </p:cNvSpPr>
            <p:nvPr/>
          </p:nvSpPr>
          <p:spPr bwMode="auto">
            <a:xfrm>
              <a:off x="4662055" y="3330083"/>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49" name="Rectangle 12">
              <a:extLst>
                <a:ext uri="{FF2B5EF4-FFF2-40B4-BE49-F238E27FC236}">
                  <a16:creationId xmlns:a16="http://schemas.microsoft.com/office/drawing/2014/main" id="{B939CD1F-6DD5-C8B6-1EDE-E39F48884FB0}"/>
                </a:ext>
              </a:extLst>
            </p:cNvPr>
            <p:cNvSpPr>
              <a:spLocks noChangeArrowheads="1"/>
            </p:cNvSpPr>
            <p:nvPr/>
          </p:nvSpPr>
          <p:spPr bwMode="auto">
            <a:xfrm>
              <a:off x="4585855" y="3482483"/>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50" name="Oval 13">
              <a:extLst>
                <a:ext uri="{FF2B5EF4-FFF2-40B4-BE49-F238E27FC236}">
                  <a16:creationId xmlns:a16="http://schemas.microsoft.com/office/drawing/2014/main" id="{6DD38086-78A9-9F94-3B5C-59178C5F8D77}"/>
                </a:ext>
              </a:extLst>
            </p:cNvPr>
            <p:cNvSpPr>
              <a:spLocks noChangeArrowheads="1"/>
            </p:cNvSpPr>
            <p:nvPr/>
          </p:nvSpPr>
          <p:spPr bwMode="auto">
            <a:xfrm>
              <a:off x="4662055" y="3558683"/>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51" name="Rectangle 14">
              <a:extLst>
                <a:ext uri="{FF2B5EF4-FFF2-40B4-BE49-F238E27FC236}">
                  <a16:creationId xmlns:a16="http://schemas.microsoft.com/office/drawing/2014/main" id="{4A8E569E-CE90-7ED6-A744-D1700D015F41}"/>
                </a:ext>
              </a:extLst>
            </p:cNvPr>
            <p:cNvSpPr>
              <a:spLocks noChangeArrowheads="1"/>
            </p:cNvSpPr>
            <p:nvPr/>
          </p:nvSpPr>
          <p:spPr bwMode="auto">
            <a:xfrm>
              <a:off x="4585855" y="3711083"/>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52" name="Rectangle 16">
              <a:extLst>
                <a:ext uri="{FF2B5EF4-FFF2-40B4-BE49-F238E27FC236}">
                  <a16:creationId xmlns:a16="http://schemas.microsoft.com/office/drawing/2014/main" id="{0C86D089-EFAB-BF14-14B7-C4BA6C89F52B}"/>
                </a:ext>
              </a:extLst>
            </p:cNvPr>
            <p:cNvSpPr>
              <a:spLocks noChangeArrowheads="1"/>
            </p:cNvSpPr>
            <p:nvPr/>
          </p:nvSpPr>
          <p:spPr bwMode="auto">
            <a:xfrm>
              <a:off x="4585855" y="4092083"/>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53" name="Text Box 17">
              <a:extLst>
                <a:ext uri="{FF2B5EF4-FFF2-40B4-BE49-F238E27FC236}">
                  <a16:creationId xmlns:a16="http://schemas.microsoft.com/office/drawing/2014/main" id="{8B3B797D-494A-9414-2F61-F7A113520FAE}"/>
                </a:ext>
              </a:extLst>
            </p:cNvPr>
            <p:cNvSpPr txBox="1">
              <a:spLocks noChangeArrowheads="1"/>
            </p:cNvSpPr>
            <p:nvPr/>
          </p:nvSpPr>
          <p:spPr bwMode="auto">
            <a:xfrm>
              <a:off x="4509655" y="3863483"/>
              <a:ext cx="3365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Times New Roman" panose="02020603050405020304" pitchFamily="18" charset="0"/>
                  <a:ea typeface="굴림" panose="020B0600000101010101" pitchFamily="50" charset="-127"/>
                </a:rPr>
                <a:t>…</a:t>
              </a:r>
            </a:p>
          </p:txBody>
        </p:sp>
        <p:sp>
          <p:nvSpPr>
            <p:cNvPr id="54" name="Text Box 18">
              <a:extLst>
                <a:ext uri="{FF2B5EF4-FFF2-40B4-BE49-F238E27FC236}">
                  <a16:creationId xmlns:a16="http://schemas.microsoft.com/office/drawing/2014/main" id="{82D83DD4-126A-8363-EAC4-436860C0515D}"/>
                </a:ext>
              </a:extLst>
            </p:cNvPr>
            <p:cNvSpPr txBox="1">
              <a:spLocks noChangeArrowheads="1"/>
            </p:cNvSpPr>
            <p:nvPr/>
          </p:nvSpPr>
          <p:spPr bwMode="auto">
            <a:xfrm>
              <a:off x="2757055" y="3101483"/>
              <a:ext cx="11874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algn="just" eaLnBrk="1" latinLnBrk="0" hangingPunct="1">
                <a:spcBef>
                  <a:spcPct val="0"/>
                </a:spcBef>
                <a:buFontTx/>
                <a:buNone/>
              </a:pPr>
              <a:r>
                <a:rPr lang="en-US" altLang="ko-KR" sz="1800" b="0" dirty="0">
                  <a:latin typeface="Helvetica" panose="020B0604020202020204" pitchFamily="34" charset="0"/>
                  <a:ea typeface="굴림" panose="020B0600000101010101" pitchFamily="50" charset="-127"/>
                </a:rPr>
                <a:t>File</a:t>
              </a:r>
            </a:p>
            <a:p>
              <a:pPr algn="just" eaLnBrk="1" latinLnBrk="0" hangingPunct="1">
                <a:spcBef>
                  <a:spcPct val="0"/>
                </a:spcBef>
                <a:buFontTx/>
                <a:buNone/>
              </a:pPr>
              <a:r>
                <a:rPr lang="en-US" altLang="ko-KR" sz="1800" b="0" dirty="0">
                  <a:latin typeface="Helvetica" panose="020B0604020202020204" pitchFamily="34" charset="0"/>
                  <a:ea typeface="굴림" panose="020B0600000101010101" pitchFamily="50" charset="-127"/>
                </a:rPr>
                <a:t>descriptor</a:t>
              </a:r>
            </a:p>
            <a:p>
              <a:pPr algn="just" eaLnBrk="1" latinLnBrk="0" hangingPunct="1">
                <a:spcBef>
                  <a:spcPct val="0"/>
                </a:spcBef>
                <a:buFontTx/>
                <a:buNone/>
              </a:pPr>
              <a:r>
                <a:rPr lang="en-US" altLang="ko-KR" sz="1800" b="0" dirty="0">
                  <a:latin typeface="Helvetica" panose="020B0604020202020204" pitchFamily="34" charset="0"/>
                  <a:ea typeface="굴림" panose="020B0600000101010101" pitchFamily="50" charset="-127"/>
                </a:rPr>
                <a:t>table</a:t>
              </a:r>
            </a:p>
          </p:txBody>
        </p:sp>
        <p:sp>
          <p:nvSpPr>
            <p:cNvPr id="55" name="Rectangle 19">
              <a:extLst>
                <a:ext uri="{FF2B5EF4-FFF2-40B4-BE49-F238E27FC236}">
                  <a16:creationId xmlns:a16="http://schemas.microsoft.com/office/drawing/2014/main" id="{8AB5607C-BED2-3BCC-2EA6-23E03F439F48}"/>
                </a:ext>
              </a:extLst>
            </p:cNvPr>
            <p:cNvSpPr>
              <a:spLocks noChangeArrowheads="1"/>
            </p:cNvSpPr>
            <p:nvPr/>
          </p:nvSpPr>
          <p:spPr bwMode="auto">
            <a:xfrm>
              <a:off x="7176655" y="3025283"/>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56" name="Oval 20">
              <a:extLst>
                <a:ext uri="{FF2B5EF4-FFF2-40B4-BE49-F238E27FC236}">
                  <a16:creationId xmlns:a16="http://schemas.microsoft.com/office/drawing/2014/main" id="{BF3F7B81-AD1F-0DBF-957A-20AA7DB9D7B6}"/>
                </a:ext>
              </a:extLst>
            </p:cNvPr>
            <p:cNvSpPr>
              <a:spLocks noChangeArrowheads="1"/>
            </p:cNvSpPr>
            <p:nvPr/>
          </p:nvSpPr>
          <p:spPr bwMode="auto">
            <a:xfrm>
              <a:off x="7252855" y="3101483"/>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57" name="Rectangle 21">
              <a:extLst>
                <a:ext uri="{FF2B5EF4-FFF2-40B4-BE49-F238E27FC236}">
                  <a16:creationId xmlns:a16="http://schemas.microsoft.com/office/drawing/2014/main" id="{776C2313-7167-4D67-08AD-1D25D3B4A030}"/>
                </a:ext>
              </a:extLst>
            </p:cNvPr>
            <p:cNvSpPr>
              <a:spLocks noChangeArrowheads="1"/>
            </p:cNvSpPr>
            <p:nvPr/>
          </p:nvSpPr>
          <p:spPr bwMode="auto">
            <a:xfrm>
              <a:off x="7176655" y="3253883"/>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58" name="Oval 22">
              <a:extLst>
                <a:ext uri="{FF2B5EF4-FFF2-40B4-BE49-F238E27FC236}">
                  <a16:creationId xmlns:a16="http://schemas.microsoft.com/office/drawing/2014/main" id="{7DFF5C98-E14C-723D-F621-598CF664C692}"/>
                </a:ext>
              </a:extLst>
            </p:cNvPr>
            <p:cNvSpPr>
              <a:spLocks noChangeArrowheads="1"/>
            </p:cNvSpPr>
            <p:nvPr/>
          </p:nvSpPr>
          <p:spPr bwMode="auto">
            <a:xfrm>
              <a:off x="7252855" y="3330083"/>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59" name="Rectangle 23">
              <a:extLst>
                <a:ext uri="{FF2B5EF4-FFF2-40B4-BE49-F238E27FC236}">
                  <a16:creationId xmlns:a16="http://schemas.microsoft.com/office/drawing/2014/main" id="{527C47EF-A119-2C63-6AD5-25A86ED40A3E}"/>
                </a:ext>
              </a:extLst>
            </p:cNvPr>
            <p:cNvSpPr>
              <a:spLocks noChangeArrowheads="1"/>
            </p:cNvSpPr>
            <p:nvPr/>
          </p:nvSpPr>
          <p:spPr bwMode="auto">
            <a:xfrm>
              <a:off x="7176655" y="3482483"/>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60" name="Oval 24">
              <a:extLst>
                <a:ext uri="{FF2B5EF4-FFF2-40B4-BE49-F238E27FC236}">
                  <a16:creationId xmlns:a16="http://schemas.microsoft.com/office/drawing/2014/main" id="{5B49A3A2-D167-9780-A4A0-24F594FEC43A}"/>
                </a:ext>
              </a:extLst>
            </p:cNvPr>
            <p:cNvSpPr>
              <a:spLocks noChangeArrowheads="1"/>
            </p:cNvSpPr>
            <p:nvPr/>
          </p:nvSpPr>
          <p:spPr bwMode="auto">
            <a:xfrm>
              <a:off x="7252855" y="3558683"/>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61" name="Rectangle 25">
              <a:extLst>
                <a:ext uri="{FF2B5EF4-FFF2-40B4-BE49-F238E27FC236}">
                  <a16:creationId xmlns:a16="http://schemas.microsoft.com/office/drawing/2014/main" id="{1D85AA20-45CF-D93B-BC72-6ABC33568740}"/>
                </a:ext>
              </a:extLst>
            </p:cNvPr>
            <p:cNvSpPr>
              <a:spLocks noChangeArrowheads="1"/>
            </p:cNvSpPr>
            <p:nvPr/>
          </p:nvSpPr>
          <p:spPr bwMode="auto">
            <a:xfrm>
              <a:off x="7176655" y="3711083"/>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62" name="Rectangle 26">
              <a:extLst>
                <a:ext uri="{FF2B5EF4-FFF2-40B4-BE49-F238E27FC236}">
                  <a16:creationId xmlns:a16="http://schemas.microsoft.com/office/drawing/2014/main" id="{3EBFDF7B-9AE8-C162-B572-982C8601E1AF}"/>
                </a:ext>
              </a:extLst>
            </p:cNvPr>
            <p:cNvSpPr>
              <a:spLocks noChangeArrowheads="1"/>
            </p:cNvSpPr>
            <p:nvPr/>
          </p:nvSpPr>
          <p:spPr bwMode="auto">
            <a:xfrm>
              <a:off x="7176655" y="4092083"/>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63" name="Text Box 27">
              <a:extLst>
                <a:ext uri="{FF2B5EF4-FFF2-40B4-BE49-F238E27FC236}">
                  <a16:creationId xmlns:a16="http://schemas.microsoft.com/office/drawing/2014/main" id="{D3F20B5F-1ECB-A336-B2A9-7D59CE5F0EAF}"/>
                </a:ext>
              </a:extLst>
            </p:cNvPr>
            <p:cNvSpPr txBox="1">
              <a:spLocks noChangeArrowheads="1"/>
            </p:cNvSpPr>
            <p:nvPr/>
          </p:nvSpPr>
          <p:spPr bwMode="auto">
            <a:xfrm>
              <a:off x="7100455" y="3863483"/>
              <a:ext cx="3365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Times New Roman" panose="02020603050405020304" pitchFamily="18" charset="0"/>
                  <a:ea typeface="굴림" panose="020B0600000101010101" pitchFamily="50" charset="-127"/>
                </a:rPr>
                <a:t>…</a:t>
              </a:r>
            </a:p>
          </p:txBody>
        </p:sp>
        <p:sp>
          <p:nvSpPr>
            <p:cNvPr id="64" name="Text Box 28">
              <a:extLst>
                <a:ext uri="{FF2B5EF4-FFF2-40B4-BE49-F238E27FC236}">
                  <a16:creationId xmlns:a16="http://schemas.microsoft.com/office/drawing/2014/main" id="{E71AE05F-EBEB-3D7C-6798-333992E4216F}"/>
                </a:ext>
              </a:extLst>
            </p:cNvPr>
            <p:cNvSpPr txBox="1">
              <a:spLocks noChangeArrowheads="1"/>
            </p:cNvSpPr>
            <p:nvPr/>
          </p:nvSpPr>
          <p:spPr bwMode="auto">
            <a:xfrm>
              <a:off x="8243455" y="3101483"/>
              <a:ext cx="11874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algn="just" eaLnBrk="1" latinLnBrk="0" hangingPunct="1">
                <a:spcBef>
                  <a:spcPct val="0"/>
                </a:spcBef>
                <a:buFontTx/>
                <a:buNone/>
              </a:pPr>
              <a:r>
                <a:rPr lang="en-US" altLang="ko-KR" sz="1800" b="0">
                  <a:latin typeface="Helvetica" panose="020B0604020202020204" pitchFamily="34" charset="0"/>
                  <a:ea typeface="굴림" panose="020B0600000101010101" pitchFamily="50" charset="-127"/>
                </a:rPr>
                <a:t>File</a:t>
              </a:r>
            </a:p>
            <a:p>
              <a:pPr algn="just" eaLnBrk="1" latinLnBrk="0" hangingPunct="1">
                <a:spcBef>
                  <a:spcPct val="0"/>
                </a:spcBef>
                <a:buFontTx/>
                <a:buNone/>
              </a:pPr>
              <a:r>
                <a:rPr lang="en-US" altLang="ko-KR" sz="1800" b="0">
                  <a:latin typeface="Helvetica" panose="020B0604020202020204" pitchFamily="34" charset="0"/>
                  <a:ea typeface="굴림" panose="020B0600000101010101" pitchFamily="50" charset="-127"/>
                </a:rPr>
                <a:t>descriptor</a:t>
              </a:r>
            </a:p>
            <a:p>
              <a:pPr algn="just" eaLnBrk="1" latinLnBrk="0" hangingPunct="1">
                <a:spcBef>
                  <a:spcPct val="0"/>
                </a:spcBef>
                <a:buFontTx/>
                <a:buNone/>
              </a:pPr>
              <a:r>
                <a:rPr lang="en-US" altLang="ko-KR" sz="1800" b="0">
                  <a:latin typeface="Helvetica" panose="020B0604020202020204" pitchFamily="34" charset="0"/>
                  <a:ea typeface="굴림" panose="020B0600000101010101" pitchFamily="50" charset="-127"/>
                </a:rPr>
                <a:t>table</a:t>
              </a:r>
            </a:p>
          </p:txBody>
        </p:sp>
        <p:sp>
          <p:nvSpPr>
            <p:cNvPr id="65" name="Text Box 37">
              <a:extLst>
                <a:ext uri="{FF2B5EF4-FFF2-40B4-BE49-F238E27FC236}">
                  <a16:creationId xmlns:a16="http://schemas.microsoft.com/office/drawing/2014/main" id="{4775CEF6-880F-BAD4-7241-F916C3B11B69}"/>
                </a:ext>
              </a:extLst>
            </p:cNvPr>
            <p:cNvSpPr txBox="1">
              <a:spLocks noChangeArrowheads="1"/>
            </p:cNvSpPr>
            <p:nvPr/>
          </p:nvSpPr>
          <p:spPr bwMode="auto">
            <a:xfrm>
              <a:off x="4281055" y="3025283"/>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0</a:t>
              </a:r>
            </a:p>
          </p:txBody>
        </p:sp>
        <p:sp>
          <p:nvSpPr>
            <p:cNvPr id="66" name="Text Box 38">
              <a:extLst>
                <a:ext uri="{FF2B5EF4-FFF2-40B4-BE49-F238E27FC236}">
                  <a16:creationId xmlns:a16="http://schemas.microsoft.com/office/drawing/2014/main" id="{D21B9549-EAEC-6A1D-F4FD-C1D6F1F50F7C}"/>
                </a:ext>
              </a:extLst>
            </p:cNvPr>
            <p:cNvSpPr txBox="1">
              <a:spLocks noChangeArrowheads="1"/>
            </p:cNvSpPr>
            <p:nvPr/>
          </p:nvSpPr>
          <p:spPr bwMode="auto">
            <a:xfrm>
              <a:off x="4281055" y="3253883"/>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1</a:t>
              </a:r>
            </a:p>
          </p:txBody>
        </p:sp>
        <p:sp>
          <p:nvSpPr>
            <p:cNvPr id="67" name="Text Box 39">
              <a:extLst>
                <a:ext uri="{FF2B5EF4-FFF2-40B4-BE49-F238E27FC236}">
                  <a16:creationId xmlns:a16="http://schemas.microsoft.com/office/drawing/2014/main" id="{55E6A350-2846-9AB4-AFB6-2CE8AAA00DB1}"/>
                </a:ext>
              </a:extLst>
            </p:cNvPr>
            <p:cNvSpPr txBox="1">
              <a:spLocks noChangeArrowheads="1"/>
            </p:cNvSpPr>
            <p:nvPr/>
          </p:nvSpPr>
          <p:spPr bwMode="auto">
            <a:xfrm>
              <a:off x="4281055" y="3482483"/>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2</a:t>
              </a:r>
            </a:p>
          </p:txBody>
        </p:sp>
        <p:sp>
          <p:nvSpPr>
            <p:cNvPr id="68" name="Text Box 40">
              <a:extLst>
                <a:ext uri="{FF2B5EF4-FFF2-40B4-BE49-F238E27FC236}">
                  <a16:creationId xmlns:a16="http://schemas.microsoft.com/office/drawing/2014/main" id="{76D59DFC-B8CB-2333-699A-5234765C4CE4}"/>
                </a:ext>
              </a:extLst>
            </p:cNvPr>
            <p:cNvSpPr txBox="1">
              <a:spLocks noChangeArrowheads="1"/>
            </p:cNvSpPr>
            <p:nvPr/>
          </p:nvSpPr>
          <p:spPr bwMode="auto">
            <a:xfrm>
              <a:off x="4281055" y="3711083"/>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3</a:t>
              </a:r>
            </a:p>
          </p:txBody>
        </p:sp>
        <p:sp>
          <p:nvSpPr>
            <p:cNvPr id="69" name="Text Box 41">
              <a:extLst>
                <a:ext uri="{FF2B5EF4-FFF2-40B4-BE49-F238E27FC236}">
                  <a16:creationId xmlns:a16="http://schemas.microsoft.com/office/drawing/2014/main" id="{84D1CA34-D930-164A-29DE-D98363032198}"/>
                </a:ext>
              </a:extLst>
            </p:cNvPr>
            <p:cNvSpPr txBox="1">
              <a:spLocks noChangeArrowheads="1"/>
            </p:cNvSpPr>
            <p:nvPr/>
          </p:nvSpPr>
          <p:spPr bwMode="auto">
            <a:xfrm>
              <a:off x="7405255" y="3025283"/>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0</a:t>
              </a:r>
            </a:p>
          </p:txBody>
        </p:sp>
        <p:sp>
          <p:nvSpPr>
            <p:cNvPr id="70" name="Text Box 42">
              <a:extLst>
                <a:ext uri="{FF2B5EF4-FFF2-40B4-BE49-F238E27FC236}">
                  <a16:creationId xmlns:a16="http://schemas.microsoft.com/office/drawing/2014/main" id="{4F590B6D-87C5-7D3B-DF1A-1AE95BC70513}"/>
                </a:ext>
              </a:extLst>
            </p:cNvPr>
            <p:cNvSpPr txBox="1">
              <a:spLocks noChangeArrowheads="1"/>
            </p:cNvSpPr>
            <p:nvPr/>
          </p:nvSpPr>
          <p:spPr bwMode="auto">
            <a:xfrm>
              <a:off x="7405255" y="3253883"/>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1</a:t>
              </a:r>
            </a:p>
          </p:txBody>
        </p:sp>
        <p:sp>
          <p:nvSpPr>
            <p:cNvPr id="71" name="Text Box 43">
              <a:extLst>
                <a:ext uri="{FF2B5EF4-FFF2-40B4-BE49-F238E27FC236}">
                  <a16:creationId xmlns:a16="http://schemas.microsoft.com/office/drawing/2014/main" id="{A8A6E005-EC15-1A51-4BD2-6F2DB850B529}"/>
                </a:ext>
              </a:extLst>
            </p:cNvPr>
            <p:cNvSpPr txBox="1">
              <a:spLocks noChangeArrowheads="1"/>
            </p:cNvSpPr>
            <p:nvPr/>
          </p:nvSpPr>
          <p:spPr bwMode="auto">
            <a:xfrm>
              <a:off x="7405255" y="3482483"/>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dirty="0">
                  <a:latin typeface="Helvetica" panose="020B0604020202020204" pitchFamily="34" charset="0"/>
                  <a:ea typeface="굴림" panose="020B0600000101010101" pitchFamily="50" charset="-127"/>
                </a:rPr>
                <a:t>2</a:t>
              </a:r>
            </a:p>
          </p:txBody>
        </p:sp>
        <p:sp>
          <p:nvSpPr>
            <p:cNvPr id="72" name="Text Box 44">
              <a:extLst>
                <a:ext uri="{FF2B5EF4-FFF2-40B4-BE49-F238E27FC236}">
                  <a16:creationId xmlns:a16="http://schemas.microsoft.com/office/drawing/2014/main" id="{03450266-10D8-20B2-0D6C-B02C7956FACE}"/>
                </a:ext>
              </a:extLst>
            </p:cNvPr>
            <p:cNvSpPr txBox="1">
              <a:spLocks noChangeArrowheads="1"/>
            </p:cNvSpPr>
            <p:nvPr/>
          </p:nvSpPr>
          <p:spPr bwMode="auto">
            <a:xfrm>
              <a:off x="7405255" y="3711083"/>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3</a:t>
              </a:r>
            </a:p>
          </p:txBody>
        </p:sp>
        <p:sp>
          <p:nvSpPr>
            <p:cNvPr id="73" name="Oval 35">
              <a:extLst>
                <a:ext uri="{FF2B5EF4-FFF2-40B4-BE49-F238E27FC236}">
                  <a16:creationId xmlns:a16="http://schemas.microsoft.com/office/drawing/2014/main" id="{82B85062-CC6F-E0EF-BFCC-A7A09E231522}"/>
                </a:ext>
              </a:extLst>
            </p:cNvPr>
            <p:cNvSpPr>
              <a:spLocks noChangeArrowheads="1"/>
            </p:cNvSpPr>
            <p:nvPr/>
          </p:nvSpPr>
          <p:spPr bwMode="auto">
            <a:xfrm>
              <a:off x="5347855" y="3787253"/>
              <a:ext cx="1295400" cy="6858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algn="ctr" eaLnBrk="1" latinLnBrk="0" hangingPunct="1">
                <a:spcBef>
                  <a:spcPct val="0"/>
                </a:spcBef>
                <a:buFontTx/>
                <a:buNone/>
              </a:pPr>
              <a:r>
                <a:rPr lang="en-US" altLang="ko-KR" sz="1600" b="0" dirty="0" err="1">
                  <a:latin typeface="Courier New" panose="02070309020205020404" pitchFamily="49" charset="0"/>
                  <a:ea typeface="굴림" panose="020B0600000101010101" pitchFamily="50" charset="-127"/>
                  <a:cs typeface="Courier New" panose="02070309020205020404" pitchFamily="49" charset="0"/>
                </a:rPr>
                <a:t>somefile</a:t>
              </a:r>
              <a:endParaRPr lang="en-US" altLang="ko-KR" sz="1600" b="0" dirty="0">
                <a:latin typeface="Courier New" panose="02070309020205020404" pitchFamily="49" charset="0"/>
                <a:ea typeface="굴림" panose="020B0600000101010101" pitchFamily="50" charset="-127"/>
                <a:cs typeface="Courier New" panose="02070309020205020404" pitchFamily="49" charset="0"/>
              </a:endParaRPr>
            </a:p>
          </p:txBody>
        </p:sp>
        <p:sp>
          <p:nvSpPr>
            <p:cNvPr id="74" name="Oval 36">
              <a:extLst>
                <a:ext uri="{FF2B5EF4-FFF2-40B4-BE49-F238E27FC236}">
                  <a16:creationId xmlns:a16="http://schemas.microsoft.com/office/drawing/2014/main" id="{F17B0B3A-51FD-F0E9-D162-F3D04ED85622}"/>
                </a:ext>
              </a:extLst>
            </p:cNvPr>
            <p:cNvSpPr>
              <a:spLocks noChangeArrowheads="1"/>
            </p:cNvSpPr>
            <p:nvPr/>
          </p:nvSpPr>
          <p:spPr bwMode="auto">
            <a:xfrm>
              <a:off x="7252855" y="3787253"/>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cxnSp>
          <p:nvCxnSpPr>
            <p:cNvPr id="75" name="연결선: 꺾임 74">
              <a:extLst>
                <a:ext uri="{FF2B5EF4-FFF2-40B4-BE49-F238E27FC236}">
                  <a16:creationId xmlns:a16="http://schemas.microsoft.com/office/drawing/2014/main" id="{5B2846F5-F1D3-2AE0-EFCE-80CC2F876445}"/>
                </a:ext>
              </a:extLst>
            </p:cNvPr>
            <p:cNvCxnSpPr/>
            <p:nvPr/>
          </p:nvCxnSpPr>
          <p:spPr>
            <a:xfrm rot="5400000" flipH="1" flipV="1">
              <a:off x="5114633" y="2612997"/>
              <a:ext cx="111592" cy="886666"/>
            </a:xfrm>
            <a:prstGeom prst="bentConnector5">
              <a:avLst>
                <a:gd name="adj1" fmla="val -31516"/>
                <a:gd name="adj2" fmla="val 39931"/>
                <a:gd name="adj3" fmla="val -33943"/>
              </a:avLst>
            </a:prstGeom>
            <a:noFill/>
            <a:ln w="12700" cap="flat" cmpd="sng" algn="ctr">
              <a:solidFill>
                <a:sysClr val="windowText" lastClr="000000"/>
              </a:solidFill>
              <a:prstDash val="solid"/>
              <a:miter lim="800000"/>
              <a:tailEnd type="triangle"/>
            </a:ln>
            <a:effectLst/>
          </p:spPr>
        </p:cxnSp>
        <p:cxnSp>
          <p:nvCxnSpPr>
            <p:cNvPr id="76" name="연결선: 꺾임 75">
              <a:extLst>
                <a:ext uri="{FF2B5EF4-FFF2-40B4-BE49-F238E27FC236}">
                  <a16:creationId xmlns:a16="http://schemas.microsoft.com/office/drawing/2014/main" id="{37ED636D-56D6-5CFA-8F8A-E052D0BC2781}"/>
                </a:ext>
              </a:extLst>
            </p:cNvPr>
            <p:cNvCxnSpPr>
              <a:cxnSpLocks/>
            </p:cNvCxnSpPr>
            <p:nvPr/>
          </p:nvCxnSpPr>
          <p:spPr>
            <a:xfrm flipV="1">
              <a:off x="4727096" y="3075777"/>
              <a:ext cx="1021557" cy="274194"/>
            </a:xfrm>
            <a:prstGeom prst="bentConnector3">
              <a:avLst>
                <a:gd name="adj1" fmla="val 99919"/>
              </a:avLst>
            </a:prstGeom>
            <a:noFill/>
            <a:ln w="12700" cap="flat" cmpd="sng" algn="ctr">
              <a:solidFill>
                <a:sysClr val="windowText" lastClr="000000"/>
              </a:solidFill>
              <a:prstDash val="solid"/>
              <a:miter lim="800000"/>
              <a:tailEnd type="triangle"/>
            </a:ln>
            <a:effectLst/>
          </p:spPr>
        </p:cxnSp>
        <p:cxnSp>
          <p:nvCxnSpPr>
            <p:cNvPr id="77" name="연결선: 꺾임 76">
              <a:extLst>
                <a:ext uri="{FF2B5EF4-FFF2-40B4-BE49-F238E27FC236}">
                  <a16:creationId xmlns:a16="http://schemas.microsoft.com/office/drawing/2014/main" id="{843FD456-04F9-1977-DF7D-C32C1703C46C}"/>
                </a:ext>
              </a:extLst>
            </p:cNvPr>
            <p:cNvCxnSpPr>
              <a:cxnSpLocks/>
            </p:cNvCxnSpPr>
            <p:nvPr/>
          </p:nvCxnSpPr>
          <p:spPr>
            <a:xfrm flipV="1">
              <a:off x="4727096" y="3116270"/>
              <a:ext cx="1156448" cy="479997"/>
            </a:xfrm>
            <a:prstGeom prst="bentConnector3">
              <a:avLst>
                <a:gd name="adj1" fmla="val 100179"/>
              </a:avLst>
            </a:prstGeom>
            <a:noFill/>
            <a:ln w="12700" cap="flat" cmpd="sng" algn="ctr">
              <a:solidFill>
                <a:sysClr val="windowText" lastClr="000000"/>
              </a:solidFill>
              <a:prstDash val="solid"/>
              <a:miter lim="800000"/>
              <a:tailEnd type="triangle"/>
            </a:ln>
            <a:effectLst/>
          </p:spPr>
        </p:cxnSp>
        <p:cxnSp>
          <p:nvCxnSpPr>
            <p:cNvPr id="78" name="연결선: 꺾임 77">
              <a:extLst>
                <a:ext uri="{FF2B5EF4-FFF2-40B4-BE49-F238E27FC236}">
                  <a16:creationId xmlns:a16="http://schemas.microsoft.com/office/drawing/2014/main" id="{329A5408-18FA-E735-3F2F-F59BC794FCC9}"/>
                </a:ext>
              </a:extLst>
            </p:cNvPr>
            <p:cNvCxnSpPr>
              <a:cxnSpLocks/>
            </p:cNvCxnSpPr>
            <p:nvPr/>
          </p:nvCxnSpPr>
          <p:spPr>
            <a:xfrm rot="10800000">
              <a:off x="6275703" y="3112127"/>
              <a:ext cx="977152" cy="484657"/>
            </a:xfrm>
            <a:prstGeom prst="bentConnector3">
              <a:avLst>
                <a:gd name="adj1" fmla="val 99488"/>
              </a:avLst>
            </a:prstGeom>
            <a:noFill/>
            <a:ln w="12700" cap="flat" cmpd="sng" algn="ctr">
              <a:solidFill>
                <a:sysClr val="windowText" lastClr="000000"/>
              </a:solidFill>
              <a:prstDash val="solid"/>
              <a:miter lim="800000"/>
              <a:tailEnd type="triangle"/>
            </a:ln>
            <a:effectLst/>
          </p:spPr>
        </p:cxnSp>
        <p:cxnSp>
          <p:nvCxnSpPr>
            <p:cNvPr id="79" name="연결선: 꺾임 78">
              <a:extLst>
                <a:ext uri="{FF2B5EF4-FFF2-40B4-BE49-F238E27FC236}">
                  <a16:creationId xmlns:a16="http://schemas.microsoft.com/office/drawing/2014/main" id="{4B8549A7-A4F8-9802-083D-7F3751705442}"/>
                </a:ext>
              </a:extLst>
            </p:cNvPr>
            <p:cNvCxnSpPr>
              <a:cxnSpLocks/>
            </p:cNvCxnSpPr>
            <p:nvPr/>
          </p:nvCxnSpPr>
          <p:spPr>
            <a:xfrm rot="10800000">
              <a:off x="6434903" y="3075777"/>
              <a:ext cx="817952" cy="292406"/>
            </a:xfrm>
            <a:prstGeom prst="bentConnector3">
              <a:avLst>
                <a:gd name="adj1" fmla="val 99446"/>
              </a:avLst>
            </a:prstGeom>
            <a:noFill/>
            <a:ln w="12700" cap="flat" cmpd="sng" algn="ctr">
              <a:solidFill>
                <a:sysClr val="windowText" lastClr="000000"/>
              </a:solidFill>
              <a:prstDash val="solid"/>
              <a:miter lim="800000"/>
              <a:tailEnd type="triangle"/>
            </a:ln>
            <a:effectLst/>
          </p:spPr>
        </p:cxnSp>
        <p:cxnSp>
          <p:nvCxnSpPr>
            <p:cNvPr id="80" name="연결선: 꺾임 79">
              <a:extLst>
                <a:ext uri="{FF2B5EF4-FFF2-40B4-BE49-F238E27FC236}">
                  <a16:creationId xmlns:a16="http://schemas.microsoft.com/office/drawing/2014/main" id="{F5C00C4B-2E6E-3C28-81A9-83F6D49B863D}"/>
                </a:ext>
              </a:extLst>
            </p:cNvPr>
            <p:cNvCxnSpPr>
              <a:cxnSpLocks/>
            </p:cNvCxnSpPr>
            <p:nvPr/>
          </p:nvCxnSpPr>
          <p:spPr>
            <a:xfrm rot="10800000">
              <a:off x="6565469" y="3000537"/>
              <a:ext cx="687386" cy="139047"/>
            </a:xfrm>
            <a:prstGeom prst="bentConnector3">
              <a:avLst>
                <a:gd name="adj1" fmla="val 99885"/>
              </a:avLst>
            </a:prstGeom>
            <a:noFill/>
            <a:ln w="12700" cap="flat" cmpd="sng" algn="ctr">
              <a:solidFill>
                <a:sysClr val="windowText" lastClr="000000"/>
              </a:solidFill>
              <a:prstDash val="solid"/>
              <a:miter lim="800000"/>
              <a:tailEnd type="triangle"/>
            </a:ln>
            <a:effectLst/>
          </p:spPr>
        </p:cxnSp>
        <p:cxnSp>
          <p:nvCxnSpPr>
            <p:cNvPr id="81" name="연결선: 꺾임 80">
              <a:extLst>
                <a:ext uri="{FF2B5EF4-FFF2-40B4-BE49-F238E27FC236}">
                  <a16:creationId xmlns:a16="http://schemas.microsoft.com/office/drawing/2014/main" id="{39945FE0-46A6-4F53-3A48-4B977BC43689}"/>
                </a:ext>
              </a:extLst>
            </p:cNvPr>
            <p:cNvCxnSpPr>
              <a:stCxn id="74" idx="2"/>
              <a:endCxn id="73" idx="6"/>
            </p:cNvCxnSpPr>
            <p:nvPr/>
          </p:nvCxnSpPr>
          <p:spPr>
            <a:xfrm rot="10800000" flipV="1">
              <a:off x="6643255" y="3825353"/>
              <a:ext cx="609600" cy="304800"/>
            </a:xfrm>
            <a:prstGeom prst="bentConnector3">
              <a:avLst/>
            </a:prstGeom>
            <a:noFill/>
            <a:ln w="12700" cap="flat" cmpd="sng" algn="ctr">
              <a:solidFill>
                <a:sysClr val="windowText" lastClr="000000"/>
              </a:solidFill>
              <a:prstDash val="solid"/>
              <a:miter lim="800000"/>
              <a:tailEnd type="triangle"/>
            </a:ln>
            <a:effectLst/>
          </p:spPr>
        </p:cxnSp>
        <p:sp>
          <p:nvSpPr>
            <p:cNvPr id="82" name="Oval 27">
              <a:extLst>
                <a:ext uri="{FF2B5EF4-FFF2-40B4-BE49-F238E27FC236}">
                  <a16:creationId xmlns:a16="http://schemas.microsoft.com/office/drawing/2014/main" id="{5EC63C85-91BF-5C60-9272-031B9F719F33}"/>
                </a:ext>
              </a:extLst>
            </p:cNvPr>
            <p:cNvSpPr>
              <a:spLocks noChangeArrowheads="1"/>
            </p:cNvSpPr>
            <p:nvPr/>
          </p:nvSpPr>
          <p:spPr bwMode="auto">
            <a:xfrm>
              <a:off x="5424055" y="2415167"/>
              <a:ext cx="1295400" cy="6858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algn="ctr" eaLnBrk="1" latinLnBrk="0" hangingPunct="1">
                <a:spcBef>
                  <a:spcPct val="0"/>
                </a:spcBef>
                <a:buFontTx/>
                <a:buNone/>
              </a:pPr>
              <a:r>
                <a:rPr lang="en-US" altLang="ko-KR" sz="1600" b="0" dirty="0">
                  <a:latin typeface="Courier New" panose="02070309020205020404" pitchFamily="49" charset="0"/>
                  <a:ea typeface="굴림" panose="020B0600000101010101" pitchFamily="50" charset="-127"/>
                  <a:cs typeface="Courier New" panose="02070309020205020404" pitchFamily="49" charset="0"/>
                </a:rPr>
                <a:t>/dev/</a:t>
              </a:r>
              <a:r>
                <a:rPr lang="en-US" altLang="ko-KR" sz="1600" b="0" dirty="0" err="1">
                  <a:latin typeface="Courier New" panose="02070309020205020404" pitchFamily="49" charset="0"/>
                  <a:ea typeface="굴림" panose="020B0600000101010101" pitchFamily="50" charset="-127"/>
                  <a:cs typeface="Courier New" panose="02070309020205020404" pitchFamily="49" charset="0"/>
                </a:rPr>
                <a:t>tty</a:t>
              </a:r>
              <a:endParaRPr lang="en-US" altLang="ko-KR" sz="1600" b="0" dirty="0">
                <a:latin typeface="Courier New" panose="02070309020205020404" pitchFamily="49" charset="0"/>
                <a:ea typeface="굴림" panose="020B0600000101010101" pitchFamily="50" charset="-127"/>
                <a:cs typeface="Courier New" panose="02070309020205020404" pitchFamily="49" charset="0"/>
              </a:endParaRPr>
            </a:p>
          </p:txBody>
        </p:sp>
      </p:grpSp>
      <p:sp>
        <p:nvSpPr>
          <p:cNvPr id="6" name="TextBox 5">
            <a:extLst>
              <a:ext uri="{FF2B5EF4-FFF2-40B4-BE49-F238E27FC236}">
                <a16:creationId xmlns:a16="http://schemas.microsoft.com/office/drawing/2014/main" id="{002ED00F-CC47-AFE8-C561-79D2FE1079AD}"/>
              </a:ext>
            </a:extLst>
          </p:cNvPr>
          <p:cNvSpPr txBox="1"/>
          <p:nvPr/>
        </p:nvSpPr>
        <p:spPr>
          <a:xfrm>
            <a:off x="630475" y="2432992"/>
            <a:ext cx="3717684" cy="2862322"/>
          </a:xfrm>
          <a:prstGeom prst="rect">
            <a:avLst/>
          </a:prstGeom>
          <a:solidFill>
            <a:srgbClr val="FFFF66"/>
          </a:solidFill>
          <a:ln>
            <a:solidFill>
              <a:schemeClr val="tx1"/>
            </a:solidFill>
          </a:ln>
        </p:spPr>
        <p:txBody>
          <a:bodyPr wrap="none">
            <a:spAutoFit/>
          </a:bodyPr>
          <a:lstStyle/>
          <a:p>
            <a:pPr lvl="0">
              <a:defRPr/>
            </a:pPr>
            <a:r>
              <a:rPr lang="en-US" altLang="ko-KR" sz="1200" dirty="0" err="1">
                <a:latin typeface="Courier New"/>
                <a:ea typeface="맑은 고딕"/>
                <a:cs typeface="Courier New"/>
              </a:rPr>
              <a:t>pid</a:t>
            </a:r>
            <a:r>
              <a:rPr lang="en-US" altLang="ko-KR" sz="1200" dirty="0">
                <a:latin typeface="Courier New"/>
                <a:ea typeface="맑은 고딕"/>
                <a:cs typeface="Courier New"/>
              </a:rPr>
              <a:t> = fork();</a:t>
            </a:r>
            <a:endParaRPr lang="en-US" altLang="ko-KR" sz="1200" dirty="0">
              <a:solidFill>
                <a:schemeClr val="accent6"/>
              </a:solidFill>
              <a:latin typeface="Courier New"/>
              <a:ea typeface="맑은 고딕"/>
              <a:cs typeface="Courier New"/>
            </a:endParaRPr>
          </a:p>
          <a:p>
            <a:pPr lvl="0">
              <a:defRPr/>
            </a:pPr>
            <a:endParaRPr lang="en-US" altLang="ko-KR" sz="1200" dirty="0">
              <a:solidFill>
                <a:schemeClr val="accent6"/>
              </a:solidFill>
              <a:latin typeface="Courier New"/>
              <a:ea typeface="맑은 고딕"/>
              <a:cs typeface="Courier New"/>
            </a:endParaRPr>
          </a:p>
          <a:p>
            <a:pPr lvl="0">
              <a:defRPr/>
            </a:pPr>
            <a:r>
              <a:rPr lang="en-US" altLang="ko-KR" sz="1200" dirty="0">
                <a:solidFill>
                  <a:schemeClr val="accent6"/>
                </a:solidFill>
                <a:latin typeface="Courier New"/>
                <a:ea typeface="맑은 고딕"/>
                <a:cs typeface="Courier New"/>
              </a:rPr>
              <a:t>if</a:t>
            </a:r>
            <a:r>
              <a:rPr lang="en-US" altLang="ko-KR" sz="1200" dirty="0">
                <a:latin typeface="Courier New"/>
                <a:ea typeface="맑은 고딕"/>
                <a:cs typeface="Courier New"/>
              </a:rPr>
              <a:t> (</a:t>
            </a:r>
            <a:r>
              <a:rPr lang="en-US" altLang="ko-KR" sz="1200" dirty="0" err="1">
                <a:latin typeface="Courier New"/>
                <a:ea typeface="맑은 고딕"/>
                <a:cs typeface="Courier New"/>
              </a:rPr>
              <a:t>pid</a:t>
            </a:r>
            <a:r>
              <a:rPr lang="en-US" altLang="ko-KR" sz="1200" dirty="0">
                <a:latin typeface="Courier New"/>
                <a:ea typeface="맑은 고딕"/>
                <a:cs typeface="Courier New"/>
              </a:rPr>
              <a:t> == 0){</a:t>
            </a:r>
          </a:p>
          <a:p>
            <a:pPr lvl="0">
              <a:defRPr/>
            </a:pPr>
            <a:r>
              <a:rPr lang="en-US" altLang="ko-KR" sz="1200" dirty="0">
                <a:latin typeface="Courier New"/>
                <a:ea typeface="맑은 고딕"/>
                <a:cs typeface="Courier New"/>
              </a:rPr>
              <a:t>  /* Child process */</a:t>
            </a:r>
          </a:p>
          <a:p>
            <a:pPr lvl="0">
              <a:defRPr/>
            </a:pPr>
            <a:r>
              <a:rPr lang="en-US" altLang="ko-KR" sz="1200" dirty="0">
                <a:latin typeface="Courier New"/>
                <a:ea typeface="맑은 고딕"/>
                <a:cs typeface="Courier New"/>
              </a:rPr>
              <a:t>  </a:t>
            </a:r>
            <a:r>
              <a:rPr lang="en-US" altLang="ko-KR" sz="1200" dirty="0" err="1">
                <a:latin typeface="Courier New"/>
                <a:ea typeface="맑은 고딕"/>
                <a:cs typeface="Courier New"/>
              </a:rPr>
              <a:t>fd</a:t>
            </a:r>
            <a:r>
              <a:rPr lang="en-US" altLang="ko-KR" sz="1200" dirty="0">
                <a:latin typeface="Courier New"/>
                <a:ea typeface="맑은 고딕"/>
                <a:cs typeface="Courier New"/>
              </a:rPr>
              <a:t> = </a:t>
            </a:r>
            <a:r>
              <a:rPr lang="en-US" altLang="ko-KR" sz="1200" dirty="0" err="1">
                <a:latin typeface="Courier New"/>
                <a:ea typeface="맑은 고딕"/>
                <a:cs typeface="Courier New"/>
              </a:rPr>
              <a:t>creat</a:t>
            </a:r>
            <a:r>
              <a:rPr lang="en-US" altLang="ko-KR" sz="1200" dirty="0">
                <a:latin typeface="Courier New"/>
                <a:ea typeface="맑은 고딕"/>
                <a:cs typeface="Courier New"/>
              </a:rPr>
              <a:t>(“</a:t>
            </a:r>
            <a:r>
              <a:rPr lang="en-US" altLang="ko-KR" sz="1200" dirty="0" err="1">
                <a:latin typeface="Courier New"/>
                <a:ea typeface="맑은 고딕"/>
                <a:cs typeface="Courier New"/>
              </a:rPr>
              <a:t>somefile</a:t>
            </a:r>
            <a:r>
              <a:rPr lang="en-US" altLang="ko-KR" sz="1200" dirty="0">
                <a:latin typeface="Courier New"/>
                <a:ea typeface="맑은 고딕"/>
                <a:cs typeface="Courier New"/>
              </a:rPr>
              <a:t>”, 0640);</a:t>
            </a:r>
          </a:p>
          <a:p>
            <a:pPr lvl="0">
              <a:defRPr/>
            </a:pPr>
            <a:r>
              <a:rPr lang="en-US" altLang="ko-KR" sz="1200" dirty="0">
                <a:latin typeface="Courier New"/>
                <a:ea typeface="맑은 고딕"/>
                <a:cs typeface="Courier New"/>
              </a:rPr>
              <a:t>  dup2(</a:t>
            </a:r>
            <a:r>
              <a:rPr lang="en-US" altLang="ko-KR" sz="1200" dirty="0" err="1">
                <a:latin typeface="Courier New"/>
                <a:ea typeface="맑은 고딕"/>
                <a:cs typeface="Courier New"/>
              </a:rPr>
              <a:t>fd</a:t>
            </a:r>
            <a:r>
              <a:rPr lang="en-US" altLang="ko-KR" sz="1200" dirty="0">
                <a:latin typeface="Courier New"/>
                <a:ea typeface="맑은 고딕"/>
                <a:cs typeface="Courier New"/>
              </a:rPr>
              <a:t>, 1);</a:t>
            </a:r>
          </a:p>
          <a:p>
            <a:pPr lvl="0">
              <a:defRPr/>
            </a:pPr>
            <a:r>
              <a:rPr lang="en-US" altLang="ko-KR" sz="1200" dirty="0">
                <a:latin typeface="Courier New"/>
                <a:ea typeface="맑은 고딕"/>
                <a:cs typeface="Courier New"/>
              </a:rPr>
              <a:t>  close(</a:t>
            </a:r>
            <a:r>
              <a:rPr lang="en-US" altLang="ko-KR" sz="1200" dirty="0" err="1">
                <a:latin typeface="Courier New"/>
                <a:ea typeface="맑은 고딕"/>
                <a:cs typeface="Courier New"/>
              </a:rPr>
              <a:t>fd</a:t>
            </a:r>
            <a:r>
              <a:rPr lang="en-US" altLang="ko-KR" sz="1200" dirty="0">
                <a:latin typeface="Courier New"/>
                <a:ea typeface="맑은 고딕"/>
                <a:cs typeface="Courier New"/>
              </a:rPr>
              <a:t>);</a:t>
            </a:r>
          </a:p>
          <a:p>
            <a:pPr lvl="0">
              <a:defRPr/>
            </a:pPr>
            <a:r>
              <a:rPr lang="en-US" altLang="ko-KR" sz="1200" dirty="0">
                <a:latin typeface="Courier New"/>
                <a:ea typeface="맑은 고딕"/>
                <a:cs typeface="Courier New"/>
              </a:rPr>
              <a:t>  </a:t>
            </a:r>
            <a:r>
              <a:rPr lang="en-US" altLang="ko-KR" sz="1200" dirty="0" err="1">
                <a:latin typeface="Courier New"/>
                <a:ea typeface="맑은 고딕"/>
                <a:cs typeface="Courier New"/>
              </a:rPr>
              <a:t>execvp</a:t>
            </a:r>
            <a:r>
              <a:rPr lang="en-US" altLang="ko-KR" sz="1200" dirty="0">
                <a:latin typeface="Courier New"/>
                <a:ea typeface="맑은 고딕"/>
                <a:cs typeface="Courier New"/>
              </a:rPr>
              <a:t>(“</a:t>
            </a:r>
            <a:r>
              <a:rPr lang="en-US" altLang="ko-KR" sz="1200" dirty="0" err="1">
                <a:latin typeface="Courier New"/>
                <a:ea typeface="맑은 고딕"/>
                <a:cs typeface="Courier New"/>
              </a:rPr>
              <a:t>someprogram</a:t>
            </a:r>
            <a:r>
              <a:rPr lang="en-US" altLang="ko-KR" sz="1200" dirty="0">
                <a:latin typeface="Courier New"/>
                <a:ea typeface="맑은 고딕"/>
                <a:cs typeface="Courier New"/>
              </a:rPr>
              <a:t>”, </a:t>
            </a:r>
            <a:r>
              <a:rPr lang="en-US" altLang="ko-KR" sz="1200" dirty="0" err="1">
                <a:latin typeface="Courier New"/>
                <a:ea typeface="맑은 고딕"/>
                <a:cs typeface="Courier New"/>
              </a:rPr>
              <a:t>program_args</a:t>
            </a:r>
            <a:r>
              <a:rPr lang="en-US" altLang="ko-KR" sz="1200" dirty="0">
                <a:latin typeface="Courier New"/>
                <a:ea typeface="맑은 고딕"/>
                <a:cs typeface="Courier New"/>
              </a:rPr>
              <a:t>);</a:t>
            </a:r>
          </a:p>
          <a:p>
            <a:pPr lvl="0">
              <a:defRPr/>
            </a:pPr>
            <a:r>
              <a:rPr lang="en-US" altLang="ko-KR" sz="1200" dirty="0">
                <a:latin typeface="Courier New"/>
                <a:ea typeface="맑은 고딕"/>
                <a:cs typeface="Courier New"/>
              </a:rPr>
              <a:t>  </a:t>
            </a:r>
            <a:r>
              <a:rPr lang="en-US" altLang="ko-KR" sz="1200" dirty="0" err="1">
                <a:latin typeface="Courier New"/>
                <a:ea typeface="맑은 고딕"/>
                <a:cs typeface="Courier New"/>
              </a:rPr>
              <a:t>fprintf</a:t>
            </a:r>
            <a:r>
              <a:rPr lang="en-US" altLang="ko-KR" sz="1200" dirty="0">
                <a:latin typeface="Courier New"/>
                <a:ea typeface="맑은 고딕"/>
                <a:cs typeface="Courier New"/>
              </a:rPr>
              <a:t>(stderr, “exec failed\n”);</a:t>
            </a:r>
          </a:p>
          <a:p>
            <a:pPr lvl="0">
              <a:defRPr/>
            </a:pPr>
            <a:r>
              <a:rPr lang="en-US" altLang="ko-KR" sz="1200" dirty="0">
                <a:latin typeface="Courier New"/>
                <a:ea typeface="맑은 고딕"/>
                <a:cs typeface="Courier New"/>
              </a:rPr>
              <a:t>  exit(EXIT_FAILURE);</a:t>
            </a:r>
          </a:p>
          <a:p>
            <a:pPr lvl="0">
              <a:defRPr/>
            </a:pPr>
            <a:r>
              <a:rPr lang="en-US" altLang="ko-KR" sz="1200" dirty="0">
                <a:latin typeface="Courier New"/>
                <a:ea typeface="맑은 고딕"/>
                <a:cs typeface="Courier New"/>
              </a:rPr>
              <a:t>} </a:t>
            </a:r>
          </a:p>
          <a:p>
            <a:pPr lvl="0">
              <a:defRPr/>
            </a:pPr>
            <a:endParaRPr lang="en-US" altLang="ko-KR" sz="1200" dirty="0">
              <a:latin typeface="Courier New"/>
              <a:ea typeface="맑은 고딕"/>
              <a:cs typeface="Courier New"/>
            </a:endParaRPr>
          </a:p>
          <a:p>
            <a:pPr lvl="0">
              <a:defRPr/>
            </a:pPr>
            <a:r>
              <a:rPr lang="en-US" altLang="ko-KR" sz="1200" dirty="0">
                <a:latin typeface="Courier New"/>
                <a:ea typeface="맑은 고딕"/>
                <a:cs typeface="Courier New"/>
              </a:rPr>
              <a:t>/* Parent process */</a:t>
            </a:r>
          </a:p>
          <a:p>
            <a:pPr lvl="0">
              <a:defRPr/>
            </a:pPr>
            <a:r>
              <a:rPr lang="en-US" altLang="ko-KR" sz="1200" dirty="0" err="1">
                <a:latin typeface="Courier New"/>
                <a:ea typeface="맑은 고딕"/>
                <a:cs typeface="Courier New"/>
              </a:rPr>
              <a:t>pid</a:t>
            </a:r>
            <a:r>
              <a:rPr lang="en-US" altLang="ko-KR" sz="1200" dirty="0">
                <a:latin typeface="Courier New"/>
                <a:ea typeface="맑은 고딕"/>
                <a:cs typeface="Courier New"/>
              </a:rPr>
              <a:t> = wait(NULL);</a:t>
            </a:r>
          </a:p>
          <a:p>
            <a:pPr lvl="0">
              <a:defRPr/>
            </a:pPr>
            <a:endParaRPr lang="ko-KR" altLang="en-US" sz="1200" dirty="0">
              <a:latin typeface="Courier New"/>
              <a:ea typeface="맑은 고딕"/>
              <a:cs typeface="Courier New"/>
            </a:endParaRPr>
          </a:p>
        </p:txBody>
      </p:sp>
      <p:cxnSp>
        <p:nvCxnSpPr>
          <p:cNvPr id="7" name="직선 화살표 연결선 6">
            <a:extLst>
              <a:ext uri="{FF2B5EF4-FFF2-40B4-BE49-F238E27FC236}">
                <a16:creationId xmlns:a16="http://schemas.microsoft.com/office/drawing/2014/main" id="{7BD159B6-871D-1BDD-F3FD-2B522A2EAD50}"/>
              </a:ext>
            </a:extLst>
          </p:cNvPr>
          <p:cNvCxnSpPr>
            <a:cxnSpLocks/>
          </p:cNvCxnSpPr>
          <p:nvPr/>
        </p:nvCxnSpPr>
        <p:spPr>
          <a:xfrm>
            <a:off x="75357" y="3300152"/>
            <a:ext cx="55511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5" name="Text Box 4">
            <a:extLst>
              <a:ext uri="{FF2B5EF4-FFF2-40B4-BE49-F238E27FC236}">
                <a16:creationId xmlns:a16="http://schemas.microsoft.com/office/drawing/2014/main" id="{D5C4A77E-EC9E-4034-9606-BDF5AA255982}"/>
              </a:ext>
            </a:extLst>
          </p:cNvPr>
          <p:cNvSpPr txBox="1">
            <a:spLocks noChangeArrowheads="1"/>
          </p:cNvSpPr>
          <p:nvPr/>
        </p:nvSpPr>
        <p:spPr bwMode="auto">
          <a:xfrm>
            <a:off x="7882164" y="5010827"/>
            <a:ext cx="97334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600" b="0" dirty="0">
                <a:latin typeface="Helvetica" panose="020B0604020202020204" pitchFamily="34" charset="0"/>
                <a:ea typeface="굴림" panose="020B0600000101010101" pitchFamily="50" charset="-127"/>
              </a:rPr>
              <a:t>0: stdin</a:t>
            </a:r>
          </a:p>
          <a:p>
            <a:pPr eaLnBrk="1" latinLnBrk="0" hangingPunct="1">
              <a:spcBef>
                <a:spcPct val="0"/>
              </a:spcBef>
              <a:buFontTx/>
              <a:buNone/>
            </a:pPr>
            <a:r>
              <a:rPr lang="en-US" altLang="ko-KR" sz="1600" dirty="0">
                <a:latin typeface="Helvetica" panose="020B0604020202020204" pitchFamily="34" charset="0"/>
                <a:ea typeface="굴림" panose="020B0600000101010101" pitchFamily="50" charset="-127"/>
              </a:rPr>
              <a:t>1: </a:t>
            </a:r>
            <a:r>
              <a:rPr lang="en-US" altLang="ko-KR" sz="1600" dirty="0" err="1">
                <a:latin typeface="Helvetica" panose="020B0604020202020204" pitchFamily="34" charset="0"/>
                <a:ea typeface="굴림" panose="020B0600000101010101" pitchFamily="50" charset="-127"/>
              </a:rPr>
              <a:t>stdout</a:t>
            </a:r>
            <a:endParaRPr lang="en-US" altLang="ko-KR" sz="1600" dirty="0">
              <a:latin typeface="Helvetica" panose="020B0604020202020204" pitchFamily="34" charset="0"/>
              <a:ea typeface="굴림" panose="020B0600000101010101" pitchFamily="50" charset="-127"/>
            </a:endParaRPr>
          </a:p>
          <a:p>
            <a:pPr eaLnBrk="1" latinLnBrk="0" hangingPunct="1">
              <a:spcBef>
                <a:spcPct val="0"/>
              </a:spcBef>
              <a:buFontTx/>
              <a:buNone/>
            </a:pPr>
            <a:r>
              <a:rPr lang="en-US" altLang="ko-KR" sz="1600" b="0" dirty="0">
                <a:latin typeface="Helvetica" panose="020B0604020202020204" pitchFamily="34" charset="0"/>
                <a:ea typeface="굴림" panose="020B0600000101010101" pitchFamily="50" charset="-127"/>
              </a:rPr>
              <a:t>2: stderr</a:t>
            </a:r>
          </a:p>
        </p:txBody>
      </p:sp>
    </p:spTree>
    <p:extLst>
      <p:ext uri="{BB962C8B-B14F-4D97-AF65-F5344CB8AC3E}">
        <p14:creationId xmlns:p14="http://schemas.microsoft.com/office/powerpoint/2010/main" val="28004267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CE946-3A61-FEE2-98BB-B9F46259018B}"/>
            </a:ext>
          </a:extLst>
        </p:cNvPr>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C5C09669-374F-C235-28B9-70D9233BB822}"/>
              </a:ext>
            </a:extLst>
          </p:cNvPr>
          <p:cNvSpPr>
            <a:spLocks noGrp="1"/>
          </p:cNvSpPr>
          <p:nvPr>
            <p:ph type="sldNum" sz="quarter" idx="12"/>
          </p:nvPr>
        </p:nvSpPr>
        <p:spPr/>
        <p:txBody>
          <a:bodyPr/>
          <a:lstStyle/>
          <a:p>
            <a:r>
              <a:rPr lang="en-US" altLang="ko-KR"/>
              <a:t>-</a:t>
            </a:r>
            <a:fld id="{3D16D23B-24D6-455E-BBD7-6975BEA16FD4}" type="slidenum">
              <a:rPr lang="ko-KR" altLang="en-US" smtClean="0"/>
              <a:pPr/>
              <a:t>20</a:t>
            </a:fld>
            <a:r>
              <a:rPr lang="en-US" altLang="ko-KR"/>
              <a:t>-</a:t>
            </a:r>
            <a:endParaRPr lang="ko-KR" altLang="en-US" dirty="0"/>
          </a:p>
        </p:txBody>
      </p:sp>
      <p:sp>
        <p:nvSpPr>
          <p:cNvPr id="3" name="제목 2">
            <a:extLst>
              <a:ext uri="{FF2B5EF4-FFF2-40B4-BE49-F238E27FC236}">
                <a16:creationId xmlns:a16="http://schemas.microsoft.com/office/drawing/2014/main" id="{8A4B093B-70E3-2CF6-B953-C232F05610BD}"/>
              </a:ext>
            </a:extLst>
          </p:cNvPr>
          <p:cNvSpPr>
            <a:spLocks noGrp="1"/>
          </p:cNvSpPr>
          <p:nvPr>
            <p:ph type="title"/>
          </p:nvPr>
        </p:nvSpPr>
        <p:spPr/>
        <p:txBody>
          <a:bodyPr/>
          <a:lstStyle/>
          <a:p>
            <a:r>
              <a:rPr lang="en-US" altLang="ko-KR" dirty="0"/>
              <a:t>Simple Redirection Trace (3)</a:t>
            </a:r>
            <a:endParaRPr lang="ko-KR" altLang="en-US" dirty="0"/>
          </a:p>
        </p:txBody>
      </p:sp>
      <p:sp>
        <p:nvSpPr>
          <p:cNvPr id="4" name="텍스트 개체 틀 3">
            <a:extLst>
              <a:ext uri="{FF2B5EF4-FFF2-40B4-BE49-F238E27FC236}">
                <a16:creationId xmlns:a16="http://schemas.microsoft.com/office/drawing/2014/main" id="{FC3104DA-E09D-877D-08E6-24114E328A02}"/>
              </a:ext>
            </a:extLst>
          </p:cNvPr>
          <p:cNvSpPr>
            <a:spLocks noGrp="1"/>
          </p:cNvSpPr>
          <p:nvPr>
            <p:ph type="body" sz="quarter" idx="13"/>
          </p:nvPr>
        </p:nvSpPr>
        <p:spPr>
          <a:xfrm>
            <a:off x="350981" y="935230"/>
            <a:ext cx="11369963" cy="5140325"/>
          </a:xfrm>
        </p:spPr>
        <p:txBody>
          <a:bodyPr/>
          <a:lstStyle/>
          <a:p>
            <a:r>
              <a:rPr lang="en-US" altLang="ko-KR" dirty="0" err="1">
                <a:latin typeface="Courier New" panose="02070309020205020404" pitchFamily="49" charset="0"/>
                <a:cs typeface="Courier New" panose="02070309020205020404" pitchFamily="49" charset="0"/>
              </a:rPr>
              <a:t>fd</a:t>
            </a:r>
            <a:r>
              <a:rPr lang="en-US" altLang="ko-KR" dirty="0"/>
              <a:t> and file descriptor number </a:t>
            </a:r>
            <a:r>
              <a:rPr lang="en-US" altLang="ko-KR" dirty="0">
                <a:latin typeface="Courier New" panose="02070309020205020404" pitchFamily="49" charset="0"/>
                <a:cs typeface="Courier New" panose="02070309020205020404" pitchFamily="49" charset="0"/>
              </a:rPr>
              <a:t>1</a:t>
            </a:r>
            <a:r>
              <a:rPr lang="en-US" altLang="ko-KR" dirty="0"/>
              <a:t> can be used interchangeably after the successful call of </a:t>
            </a:r>
            <a:r>
              <a:rPr lang="en-US" altLang="ko-KR" dirty="0">
                <a:latin typeface="Courier New" panose="02070309020205020404" pitchFamily="49" charset="0"/>
                <a:cs typeface="Courier New" panose="02070309020205020404" pitchFamily="49" charset="0"/>
              </a:rPr>
              <a:t>dup2(</a:t>
            </a:r>
            <a:r>
              <a:rPr lang="en-US" altLang="ko-KR" dirty="0" err="1">
                <a:latin typeface="Courier New" panose="02070309020205020404" pitchFamily="49" charset="0"/>
                <a:cs typeface="Courier New" panose="02070309020205020404" pitchFamily="49" charset="0"/>
              </a:rPr>
              <a:t>oldfd</a:t>
            </a:r>
            <a:r>
              <a:rPr lang="en-US" altLang="ko-KR" dirty="0">
                <a:latin typeface="Courier New" panose="02070309020205020404" pitchFamily="49" charset="0"/>
                <a:cs typeface="Courier New" panose="02070309020205020404" pitchFamily="49" charset="0"/>
              </a:rPr>
              <a:t>, </a:t>
            </a:r>
            <a:r>
              <a:rPr lang="en-US" altLang="ko-KR" dirty="0" err="1">
                <a:latin typeface="Courier New" panose="02070309020205020404" pitchFamily="49" charset="0"/>
                <a:cs typeface="Courier New" panose="02070309020205020404" pitchFamily="49" charset="0"/>
              </a:rPr>
              <a:t>newfd</a:t>
            </a:r>
            <a:r>
              <a:rPr lang="en-US" altLang="ko-KR" dirty="0">
                <a:latin typeface="Courier New" panose="02070309020205020404" pitchFamily="49" charset="0"/>
                <a:cs typeface="Courier New" panose="02070309020205020404" pitchFamily="49" charset="0"/>
              </a:rPr>
              <a:t>)</a:t>
            </a:r>
          </a:p>
          <a:p>
            <a:pPr lvl="1"/>
            <a:r>
              <a:rPr kumimoji="0" lang="ko-KR" altLang="ko-KR" sz="2000" b="0" i="0" u="none" strike="noStrike" cap="none" normalizeH="0" baseline="0" dirty="0" err="1">
                <a:ln>
                  <a:noFill/>
                </a:ln>
                <a:solidFill>
                  <a:schemeClr val="tx1"/>
                </a:solidFill>
                <a:effectLst/>
                <a:latin typeface="Arial" panose="020B0604020202020204" pitchFamily="34" charset="0"/>
              </a:rPr>
              <a:t>duplicates</a:t>
            </a:r>
            <a:r>
              <a:rPr kumimoji="0" lang="ko-KR" altLang="ko-KR" sz="2000" b="0" i="0" u="none" strike="noStrike" cap="none" normalizeH="0" baseline="0" dirty="0">
                <a:ln>
                  <a:noFill/>
                </a:ln>
                <a:solidFill>
                  <a:schemeClr val="tx1"/>
                </a:solidFill>
                <a:effectLst/>
                <a:latin typeface="Arial" panose="020B0604020202020204" pitchFamily="34" charset="0"/>
              </a:rPr>
              <a:t> </a:t>
            </a:r>
            <a:r>
              <a:rPr kumimoji="0" lang="ko-KR" altLang="ko-KR" sz="2000" b="0" i="0" u="none" strike="noStrike" cap="none" normalizeH="0" baseline="0" dirty="0" err="1">
                <a:ln>
                  <a:noFill/>
                </a:ln>
                <a:solidFill>
                  <a:schemeClr val="tx1"/>
                </a:solidFill>
                <a:effectLst/>
                <a:latin typeface="Arial" panose="020B0604020202020204" pitchFamily="34" charset="0"/>
              </a:rPr>
              <a:t>the</a:t>
            </a:r>
            <a:r>
              <a:rPr kumimoji="0" lang="ko-KR" altLang="ko-KR" sz="2000" b="0" i="0" u="none" strike="noStrike" cap="none" normalizeH="0" baseline="0" dirty="0">
                <a:ln>
                  <a:noFill/>
                </a:ln>
                <a:solidFill>
                  <a:schemeClr val="tx1"/>
                </a:solidFill>
                <a:effectLst/>
                <a:latin typeface="Arial" panose="020B0604020202020204" pitchFamily="34" charset="0"/>
              </a:rPr>
              <a:t> </a:t>
            </a:r>
            <a:r>
              <a:rPr kumimoji="0" lang="ko-KR" altLang="ko-KR" sz="2000" b="0" i="0" u="none" strike="noStrike" cap="none" normalizeH="0" baseline="0" dirty="0" err="1">
                <a:ln>
                  <a:noFill/>
                </a:ln>
                <a:solidFill>
                  <a:schemeClr val="tx1"/>
                </a:solidFill>
                <a:effectLst/>
                <a:latin typeface="Arial" panose="020B0604020202020204" pitchFamily="34" charset="0"/>
              </a:rPr>
              <a:t>file</a:t>
            </a:r>
            <a:r>
              <a:rPr kumimoji="0" lang="ko-KR" altLang="ko-KR" sz="2000"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descriptor</a:t>
            </a:r>
            <a:r>
              <a:rPr kumimoji="0" lang="ko-KR" altLang="ko-KR" b="0" i="0" u="none" strike="noStrike" cap="none" normalizeH="0" baseline="0" dirty="0">
                <a:ln>
                  <a:noFill/>
                </a:ln>
                <a:solidFill>
                  <a:schemeClr val="tx1"/>
                </a:solidFill>
                <a:effectLst/>
                <a:latin typeface="Arial" panose="020B0604020202020204" pitchFamily="34" charset="0"/>
              </a:rPr>
              <a:t> </a:t>
            </a:r>
            <a:r>
              <a:rPr lang="en-US" altLang="ko-KR" dirty="0" err="1">
                <a:latin typeface="Courier New" panose="02070309020205020404" pitchFamily="49" charset="0"/>
                <a:cs typeface="Courier New" panose="02070309020205020404" pitchFamily="49" charset="0"/>
              </a:rPr>
              <a:t>oldfd</a:t>
            </a:r>
            <a:r>
              <a:rPr lang="en-US" altLang="ko-KR" dirty="0">
                <a:latin typeface="Courier New" panose="02070309020205020404" pitchFamily="49" charset="0"/>
                <a:cs typeface="Courier New" panose="02070309020205020404" pitchFamily="49" charset="0"/>
              </a:rPr>
              <a:t> </a:t>
            </a:r>
            <a:r>
              <a:rPr kumimoji="0" lang="ko-KR" altLang="ko-KR" b="0" i="0" u="none" strike="noStrike" cap="none" normalizeH="0" baseline="0" dirty="0" err="1">
                <a:ln>
                  <a:noFill/>
                </a:ln>
                <a:solidFill>
                  <a:schemeClr val="tx1"/>
                </a:solidFill>
                <a:effectLst/>
              </a:rPr>
              <a:t>onto</a:t>
            </a:r>
            <a:r>
              <a:rPr kumimoji="0" lang="ko-KR" altLang="ko-KR" b="0" i="0" u="none" strike="noStrike" cap="none" normalizeH="0" baseline="0" dirty="0">
                <a:ln>
                  <a:noFill/>
                </a:ln>
                <a:solidFill>
                  <a:schemeClr val="tx1"/>
                </a:solidFill>
                <a:effectLst/>
              </a:rPr>
              <a:t> </a:t>
            </a:r>
            <a:r>
              <a:rPr lang="en-US" altLang="ko-KR" dirty="0" err="1">
                <a:latin typeface="Courier New" panose="02070309020205020404" pitchFamily="49" charset="0"/>
                <a:cs typeface="Courier New" panose="02070309020205020404" pitchFamily="49" charset="0"/>
              </a:rPr>
              <a:t>newfd</a:t>
            </a:r>
            <a:endParaRPr lang="en-US" altLang="ko-KR" dirty="0">
              <a:latin typeface="Courier New" panose="02070309020205020404" pitchFamily="49" charset="0"/>
              <a:cs typeface="Courier New" panose="02070309020205020404" pitchFamily="49" charset="0"/>
            </a:endParaRPr>
          </a:p>
          <a:p>
            <a:pPr lvl="1"/>
            <a:r>
              <a:rPr lang="en-US" altLang="ko-KR" dirty="0" err="1">
                <a:latin typeface="Courier New" panose="02070309020205020404" pitchFamily="49" charset="0"/>
                <a:cs typeface="Courier New" panose="02070309020205020404" pitchFamily="49" charset="0"/>
              </a:rPr>
              <a:t>newfd</a:t>
            </a:r>
            <a:r>
              <a:rPr lang="en-US" altLang="ko-KR" dirty="0">
                <a:latin typeface="Courier New" panose="02070309020205020404" pitchFamily="49" charset="0"/>
                <a:cs typeface="Courier New" panose="02070309020205020404" pitchFamily="49" charset="0"/>
              </a:rPr>
              <a:t> </a:t>
            </a:r>
            <a:r>
              <a:rPr lang="en-US" altLang="ko-KR" dirty="0">
                <a:ea typeface="Tahoma" panose="020B0604030504040204" pitchFamily="34" charset="0"/>
              </a:rPr>
              <a:t>points the same open file description as  </a:t>
            </a:r>
            <a:r>
              <a:rPr lang="en-US" altLang="ko-KR" dirty="0" err="1">
                <a:latin typeface="Courier New" panose="02070309020205020404" pitchFamily="49" charset="0"/>
                <a:cs typeface="Courier New" panose="02070309020205020404" pitchFamily="49" charset="0"/>
              </a:rPr>
              <a:t>oldfd</a:t>
            </a:r>
            <a:r>
              <a:rPr lang="en-US" altLang="ko-KR" dirty="0">
                <a:latin typeface="Courier New" panose="02070309020205020404" pitchFamily="49" charset="0"/>
                <a:cs typeface="Courier New" panose="02070309020205020404" pitchFamily="49" charset="0"/>
              </a:rPr>
              <a:t>.</a:t>
            </a:r>
            <a:endParaRPr lang="en-US" altLang="ko-KR" dirty="0">
              <a:ea typeface="Tahoma" panose="020B0604030504040204" pitchFamily="34" charset="0"/>
            </a:endParaRPr>
          </a:p>
          <a:p>
            <a:endParaRPr lang="ko-KR" altLang="en-US" dirty="0"/>
          </a:p>
        </p:txBody>
      </p:sp>
      <p:grpSp>
        <p:nvGrpSpPr>
          <p:cNvPr id="86" name="그룹 85">
            <a:extLst>
              <a:ext uri="{FF2B5EF4-FFF2-40B4-BE49-F238E27FC236}">
                <a16:creationId xmlns:a16="http://schemas.microsoft.com/office/drawing/2014/main" id="{BB812624-803B-4371-EA97-E21085118548}"/>
              </a:ext>
            </a:extLst>
          </p:cNvPr>
          <p:cNvGrpSpPr/>
          <p:nvPr/>
        </p:nvGrpSpPr>
        <p:grpSpPr>
          <a:xfrm>
            <a:off x="5047093" y="2742877"/>
            <a:ext cx="6673850" cy="2057886"/>
            <a:chOff x="1219200" y="1018629"/>
            <a:chExt cx="6673850" cy="2057886"/>
          </a:xfrm>
        </p:grpSpPr>
        <p:sp>
          <p:nvSpPr>
            <p:cNvPr id="5" name="Text Box 4">
              <a:extLst>
                <a:ext uri="{FF2B5EF4-FFF2-40B4-BE49-F238E27FC236}">
                  <a16:creationId xmlns:a16="http://schemas.microsoft.com/office/drawing/2014/main" id="{8D9EDB25-CCCD-7E0A-A1CB-09ABD47752DE}"/>
                </a:ext>
              </a:extLst>
            </p:cNvPr>
            <p:cNvSpPr txBox="1">
              <a:spLocks noChangeArrowheads="1"/>
            </p:cNvSpPr>
            <p:nvPr/>
          </p:nvSpPr>
          <p:spPr bwMode="auto">
            <a:xfrm>
              <a:off x="1232694" y="1019145"/>
              <a:ext cx="190789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2000" b="0" dirty="0">
                  <a:latin typeface="Helvetica" panose="020B0604020202020204" pitchFamily="34" charset="0"/>
                  <a:ea typeface="굴림" panose="020B0600000101010101" pitchFamily="50" charset="-127"/>
                </a:rPr>
                <a:t>Parent process</a:t>
              </a:r>
            </a:p>
          </p:txBody>
        </p:sp>
        <p:sp>
          <p:nvSpPr>
            <p:cNvPr id="6" name="Text Box 6">
              <a:extLst>
                <a:ext uri="{FF2B5EF4-FFF2-40B4-BE49-F238E27FC236}">
                  <a16:creationId xmlns:a16="http://schemas.microsoft.com/office/drawing/2014/main" id="{97A320FC-82A2-8E13-1316-F5BAE38C2082}"/>
                </a:ext>
              </a:extLst>
            </p:cNvPr>
            <p:cNvSpPr txBox="1">
              <a:spLocks noChangeArrowheads="1"/>
            </p:cNvSpPr>
            <p:nvPr/>
          </p:nvSpPr>
          <p:spPr bwMode="auto">
            <a:xfrm>
              <a:off x="5559446" y="1019145"/>
              <a:ext cx="173957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2000" b="0" dirty="0">
                  <a:latin typeface="Helvetica" panose="020B0604020202020204" pitchFamily="34" charset="0"/>
                  <a:ea typeface="굴림" panose="020B0600000101010101" pitchFamily="50" charset="-127"/>
                </a:rPr>
                <a:t>Child process</a:t>
              </a:r>
            </a:p>
          </p:txBody>
        </p:sp>
        <p:sp>
          <p:nvSpPr>
            <p:cNvPr id="7" name="Rectangle 8">
              <a:extLst>
                <a:ext uri="{FF2B5EF4-FFF2-40B4-BE49-F238E27FC236}">
                  <a16:creationId xmlns:a16="http://schemas.microsoft.com/office/drawing/2014/main" id="{C208A213-24DC-158F-057C-5DCF928A919E}"/>
                </a:ext>
              </a:extLst>
            </p:cNvPr>
            <p:cNvSpPr>
              <a:spLocks noChangeArrowheads="1"/>
            </p:cNvSpPr>
            <p:nvPr/>
          </p:nvSpPr>
          <p:spPr bwMode="auto">
            <a:xfrm>
              <a:off x="3048000" y="16287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8" name="Oval 9">
              <a:extLst>
                <a:ext uri="{FF2B5EF4-FFF2-40B4-BE49-F238E27FC236}">
                  <a16:creationId xmlns:a16="http://schemas.microsoft.com/office/drawing/2014/main" id="{727DF86C-C83C-1259-9D4C-F5BC9EDBD9E4}"/>
                </a:ext>
              </a:extLst>
            </p:cNvPr>
            <p:cNvSpPr>
              <a:spLocks noChangeArrowheads="1"/>
            </p:cNvSpPr>
            <p:nvPr/>
          </p:nvSpPr>
          <p:spPr bwMode="auto">
            <a:xfrm>
              <a:off x="3124200" y="1704945"/>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9" name="Rectangle 10">
              <a:extLst>
                <a:ext uri="{FF2B5EF4-FFF2-40B4-BE49-F238E27FC236}">
                  <a16:creationId xmlns:a16="http://schemas.microsoft.com/office/drawing/2014/main" id="{6C98260C-AAC9-AE45-4E08-F817B8C7BE89}"/>
                </a:ext>
              </a:extLst>
            </p:cNvPr>
            <p:cNvSpPr>
              <a:spLocks noChangeArrowheads="1"/>
            </p:cNvSpPr>
            <p:nvPr/>
          </p:nvSpPr>
          <p:spPr bwMode="auto">
            <a:xfrm>
              <a:off x="3048000" y="18573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10" name="Oval 11">
              <a:extLst>
                <a:ext uri="{FF2B5EF4-FFF2-40B4-BE49-F238E27FC236}">
                  <a16:creationId xmlns:a16="http://schemas.microsoft.com/office/drawing/2014/main" id="{23D9CFED-EF2F-50D7-2520-78FB2178734C}"/>
                </a:ext>
              </a:extLst>
            </p:cNvPr>
            <p:cNvSpPr>
              <a:spLocks noChangeArrowheads="1"/>
            </p:cNvSpPr>
            <p:nvPr/>
          </p:nvSpPr>
          <p:spPr bwMode="auto">
            <a:xfrm>
              <a:off x="3124200" y="1933545"/>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11" name="Rectangle 12">
              <a:extLst>
                <a:ext uri="{FF2B5EF4-FFF2-40B4-BE49-F238E27FC236}">
                  <a16:creationId xmlns:a16="http://schemas.microsoft.com/office/drawing/2014/main" id="{B2530944-BD10-98E4-7BE9-CF3403B95895}"/>
                </a:ext>
              </a:extLst>
            </p:cNvPr>
            <p:cNvSpPr>
              <a:spLocks noChangeArrowheads="1"/>
            </p:cNvSpPr>
            <p:nvPr/>
          </p:nvSpPr>
          <p:spPr bwMode="auto">
            <a:xfrm>
              <a:off x="3048000" y="20859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12" name="Oval 13">
              <a:extLst>
                <a:ext uri="{FF2B5EF4-FFF2-40B4-BE49-F238E27FC236}">
                  <a16:creationId xmlns:a16="http://schemas.microsoft.com/office/drawing/2014/main" id="{85078FE2-BF84-24A9-BA45-32B31AC61C0D}"/>
                </a:ext>
              </a:extLst>
            </p:cNvPr>
            <p:cNvSpPr>
              <a:spLocks noChangeArrowheads="1"/>
            </p:cNvSpPr>
            <p:nvPr/>
          </p:nvSpPr>
          <p:spPr bwMode="auto">
            <a:xfrm>
              <a:off x="3124200" y="2162145"/>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13" name="Rectangle 14">
              <a:extLst>
                <a:ext uri="{FF2B5EF4-FFF2-40B4-BE49-F238E27FC236}">
                  <a16:creationId xmlns:a16="http://schemas.microsoft.com/office/drawing/2014/main" id="{CDF68742-89B7-5E5B-148B-49752BAC98B3}"/>
                </a:ext>
              </a:extLst>
            </p:cNvPr>
            <p:cNvSpPr>
              <a:spLocks noChangeArrowheads="1"/>
            </p:cNvSpPr>
            <p:nvPr/>
          </p:nvSpPr>
          <p:spPr bwMode="auto">
            <a:xfrm>
              <a:off x="3048000" y="23145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14" name="Rectangle 16">
              <a:extLst>
                <a:ext uri="{FF2B5EF4-FFF2-40B4-BE49-F238E27FC236}">
                  <a16:creationId xmlns:a16="http://schemas.microsoft.com/office/drawing/2014/main" id="{3925566D-86E0-8104-D29D-523789CB4E0D}"/>
                </a:ext>
              </a:extLst>
            </p:cNvPr>
            <p:cNvSpPr>
              <a:spLocks noChangeArrowheads="1"/>
            </p:cNvSpPr>
            <p:nvPr/>
          </p:nvSpPr>
          <p:spPr bwMode="auto">
            <a:xfrm>
              <a:off x="3048000" y="26955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15" name="Text Box 17">
              <a:extLst>
                <a:ext uri="{FF2B5EF4-FFF2-40B4-BE49-F238E27FC236}">
                  <a16:creationId xmlns:a16="http://schemas.microsoft.com/office/drawing/2014/main" id="{2D48406A-70F3-6633-5225-A5E89CC98447}"/>
                </a:ext>
              </a:extLst>
            </p:cNvPr>
            <p:cNvSpPr txBox="1">
              <a:spLocks noChangeArrowheads="1"/>
            </p:cNvSpPr>
            <p:nvPr/>
          </p:nvSpPr>
          <p:spPr bwMode="auto">
            <a:xfrm>
              <a:off x="2971800" y="2466945"/>
              <a:ext cx="3365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Times New Roman" panose="02020603050405020304" pitchFamily="18" charset="0"/>
                  <a:ea typeface="굴림" panose="020B0600000101010101" pitchFamily="50" charset="-127"/>
                </a:rPr>
                <a:t>…</a:t>
              </a:r>
            </a:p>
          </p:txBody>
        </p:sp>
        <p:sp>
          <p:nvSpPr>
            <p:cNvPr id="16" name="Text Box 18">
              <a:extLst>
                <a:ext uri="{FF2B5EF4-FFF2-40B4-BE49-F238E27FC236}">
                  <a16:creationId xmlns:a16="http://schemas.microsoft.com/office/drawing/2014/main" id="{0EF7702D-75DC-30C9-D194-2556931855E9}"/>
                </a:ext>
              </a:extLst>
            </p:cNvPr>
            <p:cNvSpPr txBox="1">
              <a:spLocks noChangeArrowheads="1"/>
            </p:cNvSpPr>
            <p:nvPr/>
          </p:nvSpPr>
          <p:spPr bwMode="auto">
            <a:xfrm>
              <a:off x="1219200" y="1704945"/>
              <a:ext cx="11874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algn="just" eaLnBrk="1" latinLnBrk="0" hangingPunct="1">
                <a:spcBef>
                  <a:spcPct val="0"/>
                </a:spcBef>
                <a:buFontTx/>
                <a:buNone/>
              </a:pPr>
              <a:r>
                <a:rPr lang="en-US" altLang="ko-KR" sz="1800" b="0" dirty="0">
                  <a:latin typeface="Helvetica" panose="020B0604020202020204" pitchFamily="34" charset="0"/>
                  <a:ea typeface="굴림" panose="020B0600000101010101" pitchFamily="50" charset="-127"/>
                </a:rPr>
                <a:t>File</a:t>
              </a:r>
            </a:p>
            <a:p>
              <a:pPr algn="just" eaLnBrk="1" latinLnBrk="0" hangingPunct="1">
                <a:spcBef>
                  <a:spcPct val="0"/>
                </a:spcBef>
                <a:buFontTx/>
                <a:buNone/>
              </a:pPr>
              <a:r>
                <a:rPr lang="en-US" altLang="ko-KR" sz="1800" b="0" dirty="0">
                  <a:latin typeface="Helvetica" panose="020B0604020202020204" pitchFamily="34" charset="0"/>
                  <a:ea typeface="굴림" panose="020B0600000101010101" pitchFamily="50" charset="-127"/>
                </a:rPr>
                <a:t>descriptor</a:t>
              </a:r>
            </a:p>
            <a:p>
              <a:pPr algn="just" eaLnBrk="1" latinLnBrk="0" hangingPunct="1">
                <a:spcBef>
                  <a:spcPct val="0"/>
                </a:spcBef>
                <a:buFontTx/>
                <a:buNone/>
              </a:pPr>
              <a:r>
                <a:rPr lang="en-US" altLang="ko-KR" sz="1800" b="0" dirty="0">
                  <a:latin typeface="Helvetica" panose="020B0604020202020204" pitchFamily="34" charset="0"/>
                  <a:ea typeface="굴림" panose="020B0600000101010101" pitchFamily="50" charset="-127"/>
                </a:rPr>
                <a:t>table</a:t>
              </a:r>
            </a:p>
          </p:txBody>
        </p:sp>
        <p:sp>
          <p:nvSpPr>
            <p:cNvPr id="17" name="Rectangle 19">
              <a:extLst>
                <a:ext uri="{FF2B5EF4-FFF2-40B4-BE49-F238E27FC236}">
                  <a16:creationId xmlns:a16="http://schemas.microsoft.com/office/drawing/2014/main" id="{48310F58-AADE-7AD8-41F1-469BAA8656FB}"/>
                </a:ext>
              </a:extLst>
            </p:cNvPr>
            <p:cNvSpPr>
              <a:spLocks noChangeArrowheads="1"/>
            </p:cNvSpPr>
            <p:nvPr/>
          </p:nvSpPr>
          <p:spPr bwMode="auto">
            <a:xfrm>
              <a:off x="5638800" y="16287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18" name="Oval 20">
              <a:extLst>
                <a:ext uri="{FF2B5EF4-FFF2-40B4-BE49-F238E27FC236}">
                  <a16:creationId xmlns:a16="http://schemas.microsoft.com/office/drawing/2014/main" id="{14DCEFD8-AFC6-088C-9055-88C3D6FC6E10}"/>
                </a:ext>
              </a:extLst>
            </p:cNvPr>
            <p:cNvSpPr>
              <a:spLocks noChangeArrowheads="1"/>
            </p:cNvSpPr>
            <p:nvPr/>
          </p:nvSpPr>
          <p:spPr bwMode="auto">
            <a:xfrm>
              <a:off x="5715000" y="1704945"/>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19" name="Rectangle 21">
              <a:extLst>
                <a:ext uri="{FF2B5EF4-FFF2-40B4-BE49-F238E27FC236}">
                  <a16:creationId xmlns:a16="http://schemas.microsoft.com/office/drawing/2014/main" id="{E2EEE53F-2FB2-7554-7A24-F6AB37648339}"/>
                </a:ext>
              </a:extLst>
            </p:cNvPr>
            <p:cNvSpPr>
              <a:spLocks noChangeArrowheads="1"/>
            </p:cNvSpPr>
            <p:nvPr/>
          </p:nvSpPr>
          <p:spPr bwMode="auto">
            <a:xfrm>
              <a:off x="5638800" y="18573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20" name="Rectangle 23">
              <a:extLst>
                <a:ext uri="{FF2B5EF4-FFF2-40B4-BE49-F238E27FC236}">
                  <a16:creationId xmlns:a16="http://schemas.microsoft.com/office/drawing/2014/main" id="{798EACC2-D4FA-0899-8945-8FB03FA8F73A}"/>
                </a:ext>
              </a:extLst>
            </p:cNvPr>
            <p:cNvSpPr>
              <a:spLocks noChangeArrowheads="1"/>
            </p:cNvSpPr>
            <p:nvPr/>
          </p:nvSpPr>
          <p:spPr bwMode="auto">
            <a:xfrm>
              <a:off x="5638800" y="20859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21" name="Oval 24">
              <a:extLst>
                <a:ext uri="{FF2B5EF4-FFF2-40B4-BE49-F238E27FC236}">
                  <a16:creationId xmlns:a16="http://schemas.microsoft.com/office/drawing/2014/main" id="{189773CF-A174-316B-A045-55378613EC6F}"/>
                </a:ext>
              </a:extLst>
            </p:cNvPr>
            <p:cNvSpPr>
              <a:spLocks noChangeArrowheads="1"/>
            </p:cNvSpPr>
            <p:nvPr/>
          </p:nvSpPr>
          <p:spPr bwMode="auto">
            <a:xfrm>
              <a:off x="5715000" y="2162145"/>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22" name="Rectangle 25">
              <a:extLst>
                <a:ext uri="{FF2B5EF4-FFF2-40B4-BE49-F238E27FC236}">
                  <a16:creationId xmlns:a16="http://schemas.microsoft.com/office/drawing/2014/main" id="{0D128FE1-5DBD-2044-9D94-4640CBD08FD8}"/>
                </a:ext>
              </a:extLst>
            </p:cNvPr>
            <p:cNvSpPr>
              <a:spLocks noChangeArrowheads="1"/>
            </p:cNvSpPr>
            <p:nvPr/>
          </p:nvSpPr>
          <p:spPr bwMode="auto">
            <a:xfrm>
              <a:off x="5638800" y="23145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23" name="Rectangle 26">
              <a:extLst>
                <a:ext uri="{FF2B5EF4-FFF2-40B4-BE49-F238E27FC236}">
                  <a16:creationId xmlns:a16="http://schemas.microsoft.com/office/drawing/2014/main" id="{318BAD77-B536-E8F3-3078-4C5A9B2761D0}"/>
                </a:ext>
              </a:extLst>
            </p:cNvPr>
            <p:cNvSpPr>
              <a:spLocks noChangeArrowheads="1"/>
            </p:cNvSpPr>
            <p:nvPr/>
          </p:nvSpPr>
          <p:spPr bwMode="auto">
            <a:xfrm>
              <a:off x="5638800" y="26955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24" name="Text Box 27">
              <a:extLst>
                <a:ext uri="{FF2B5EF4-FFF2-40B4-BE49-F238E27FC236}">
                  <a16:creationId xmlns:a16="http://schemas.microsoft.com/office/drawing/2014/main" id="{2C3EB6F2-2184-1E0B-7019-AD85A56CF7DE}"/>
                </a:ext>
              </a:extLst>
            </p:cNvPr>
            <p:cNvSpPr txBox="1">
              <a:spLocks noChangeArrowheads="1"/>
            </p:cNvSpPr>
            <p:nvPr/>
          </p:nvSpPr>
          <p:spPr bwMode="auto">
            <a:xfrm>
              <a:off x="5562600" y="2466945"/>
              <a:ext cx="3365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dirty="0">
                  <a:latin typeface="Times New Roman" panose="02020603050405020304" pitchFamily="18" charset="0"/>
                  <a:ea typeface="굴림" panose="020B0600000101010101" pitchFamily="50" charset="-127"/>
                </a:rPr>
                <a:t>…</a:t>
              </a:r>
            </a:p>
          </p:txBody>
        </p:sp>
        <p:sp>
          <p:nvSpPr>
            <p:cNvPr id="25" name="Text Box 28">
              <a:extLst>
                <a:ext uri="{FF2B5EF4-FFF2-40B4-BE49-F238E27FC236}">
                  <a16:creationId xmlns:a16="http://schemas.microsoft.com/office/drawing/2014/main" id="{539C529B-D4DF-588C-A9CD-42C3A70C1111}"/>
                </a:ext>
              </a:extLst>
            </p:cNvPr>
            <p:cNvSpPr txBox="1">
              <a:spLocks noChangeArrowheads="1"/>
            </p:cNvSpPr>
            <p:nvPr/>
          </p:nvSpPr>
          <p:spPr bwMode="auto">
            <a:xfrm>
              <a:off x="6705600" y="1704945"/>
              <a:ext cx="11874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algn="just" eaLnBrk="1" latinLnBrk="0" hangingPunct="1">
                <a:spcBef>
                  <a:spcPct val="0"/>
                </a:spcBef>
                <a:buFontTx/>
                <a:buNone/>
              </a:pPr>
              <a:r>
                <a:rPr lang="en-US" altLang="ko-KR" sz="1800" b="0">
                  <a:latin typeface="Helvetica" panose="020B0604020202020204" pitchFamily="34" charset="0"/>
                  <a:ea typeface="굴림" panose="020B0600000101010101" pitchFamily="50" charset="-127"/>
                </a:rPr>
                <a:t>File</a:t>
              </a:r>
            </a:p>
            <a:p>
              <a:pPr algn="just" eaLnBrk="1" latinLnBrk="0" hangingPunct="1">
                <a:spcBef>
                  <a:spcPct val="0"/>
                </a:spcBef>
                <a:buFontTx/>
                <a:buNone/>
              </a:pPr>
              <a:r>
                <a:rPr lang="en-US" altLang="ko-KR" sz="1800" b="0">
                  <a:latin typeface="Helvetica" panose="020B0604020202020204" pitchFamily="34" charset="0"/>
                  <a:ea typeface="굴림" panose="020B0600000101010101" pitchFamily="50" charset="-127"/>
                </a:rPr>
                <a:t>descriptor</a:t>
              </a:r>
            </a:p>
            <a:p>
              <a:pPr algn="just" eaLnBrk="1" latinLnBrk="0" hangingPunct="1">
                <a:spcBef>
                  <a:spcPct val="0"/>
                </a:spcBef>
                <a:buFontTx/>
                <a:buNone/>
              </a:pPr>
              <a:r>
                <a:rPr lang="en-US" altLang="ko-KR" sz="1800" b="0">
                  <a:latin typeface="Helvetica" panose="020B0604020202020204" pitchFamily="34" charset="0"/>
                  <a:ea typeface="굴림" panose="020B0600000101010101" pitchFamily="50" charset="-127"/>
                </a:rPr>
                <a:t>table</a:t>
              </a:r>
            </a:p>
          </p:txBody>
        </p:sp>
        <p:sp>
          <p:nvSpPr>
            <p:cNvPr id="26" name="Text Box 37">
              <a:extLst>
                <a:ext uri="{FF2B5EF4-FFF2-40B4-BE49-F238E27FC236}">
                  <a16:creationId xmlns:a16="http://schemas.microsoft.com/office/drawing/2014/main" id="{03957CEE-67CF-73F3-E353-CABBD8B4C051}"/>
                </a:ext>
              </a:extLst>
            </p:cNvPr>
            <p:cNvSpPr txBox="1">
              <a:spLocks noChangeArrowheads="1"/>
            </p:cNvSpPr>
            <p:nvPr/>
          </p:nvSpPr>
          <p:spPr bwMode="auto">
            <a:xfrm>
              <a:off x="2743200" y="1628745"/>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0</a:t>
              </a:r>
            </a:p>
          </p:txBody>
        </p:sp>
        <p:sp>
          <p:nvSpPr>
            <p:cNvPr id="27" name="Text Box 38">
              <a:extLst>
                <a:ext uri="{FF2B5EF4-FFF2-40B4-BE49-F238E27FC236}">
                  <a16:creationId xmlns:a16="http://schemas.microsoft.com/office/drawing/2014/main" id="{3734CB11-9BCB-82AD-7CBB-82CEBB4230E6}"/>
                </a:ext>
              </a:extLst>
            </p:cNvPr>
            <p:cNvSpPr txBox="1">
              <a:spLocks noChangeArrowheads="1"/>
            </p:cNvSpPr>
            <p:nvPr/>
          </p:nvSpPr>
          <p:spPr bwMode="auto">
            <a:xfrm>
              <a:off x="2743200" y="1857345"/>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1</a:t>
              </a:r>
            </a:p>
          </p:txBody>
        </p:sp>
        <p:sp>
          <p:nvSpPr>
            <p:cNvPr id="28" name="Text Box 39">
              <a:extLst>
                <a:ext uri="{FF2B5EF4-FFF2-40B4-BE49-F238E27FC236}">
                  <a16:creationId xmlns:a16="http://schemas.microsoft.com/office/drawing/2014/main" id="{4B550F08-B4EA-4032-C9E4-5E7F1FF6052E}"/>
                </a:ext>
              </a:extLst>
            </p:cNvPr>
            <p:cNvSpPr txBox="1">
              <a:spLocks noChangeArrowheads="1"/>
            </p:cNvSpPr>
            <p:nvPr/>
          </p:nvSpPr>
          <p:spPr bwMode="auto">
            <a:xfrm>
              <a:off x="2743200" y="2085945"/>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2</a:t>
              </a:r>
            </a:p>
          </p:txBody>
        </p:sp>
        <p:sp>
          <p:nvSpPr>
            <p:cNvPr id="29" name="Text Box 40">
              <a:extLst>
                <a:ext uri="{FF2B5EF4-FFF2-40B4-BE49-F238E27FC236}">
                  <a16:creationId xmlns:a16="http://schemas.microsoft.com/office/drawing/2014/main" id="{E3D6AD87-A926-36FD-B417-3FBACABA3331}"/>
                </a:ext>
              </a:extLst>
            </p:cNvPr>
            <p:cNvSpPr txBox="1">
              <a:spLocks noChangeArrowheads="1"/>
            </p:cNvSpPr>
            <p:nvPr/>
          </p:nvSpPr>
          <p:spPr bwMode="auto">
            <a:xfrm>
              <a:off x="2743200" y="2314545"/>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3</a:t>
              </a:r>
            </a:p>
          </p:txBody>
        </p:sp>
        <p:sp>
          <p:nvSpPr>
            <p:cNvPr id="30" name="Text Box 41">
              <a:extLst>
                <a:ext uri="{FF2B5EF4-FFF2-40B4-BE49-F238E27FC236}">
                  <a16:creationId xmlns:a16="http://schemas.microsoft.com/office/drawing/2014/main" id="{FCE57B96-8B35-646F-1D3F-53863C338E85}"/>
                </a:ext>
              </a:extLst>
            </p:cNvPr>
            <p:cNvSpPr txBox="1">
              <a:spLocks noChangeArrowheads="1"/>
            </p:cNvSpPr>
            <p:nvPr/>
          </p:nvSpPr>
          <p:spPr bwMode="auto">
            <a:xfrm>
              <a:off x="5867400" y="1628745"/>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0</a:t>
              </a:r>
            </a:p>
          </p:txBody>
        </p:sp>
        <p:sp>
          <p:nvSpPr>
            <p:cNvPr id="31" name="Text Box 42">
              <a:extLst>
                <a:ext uri="{FF2B5EF4-FFF2-40B4-BE49-F238E27FC236}">
                  <a16:creationId xmlns:a16="http://schemas.microsoft.com/office/drawing/2014/main" id="{B4FBFD46-88F3-5725-13F6-8C47758AD3B7}"/>
                </a:ext>
              </a:extLst>
            </p:cNvPr>
            <p:cNvSpPr txBox="1">
              <a:spLocks noChangeArrowheads="1"/>
            </p:cNvSpPr>
            <p:nvPr/>
          </p:nvSpPr>
          <p:spPr bwMode="auto">
            <a:xfrm>
              <a:off x="5867400" y="1857345"/>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1</a:t>
              </a:r>
            </a:p>
          </p:txBody>
        </p:sp>
        <p:sp>
          <p:nvSpPr>
            <p:cNvPr id="32" name="Text Box 43">
              <a:extLst>
                <a:ext uri="{FF2B5EF4-FFF2-40B4-BE49-F238E27FC236}">
                  <a16:creationId xmlns:a16="http://schemas.microsoft.com/office/drawing/2014/main" id="{11E30616-08ED-07BC-122D-E84B3B7B18EA}"/>
                </a:ext>
              </a:extLst>
            </p:cNvPr>
            <p:cNvSpPr txBox="1">
              <a:spLocks noChangeArrowheads="1"/>
            </p:cNvSpPr>
            <p:nvPr/>
          </p:nvSpPr>
          <p:spPr bwMode="auto">
            <a:xfrm>
              <a:off x="5867400" y="2085945"/>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2</a:t>
              </a:r>
            </a:p>
          </p:txBody>
        </p:sp>
        <p:sp>
          <p:nvSpPr>
            <p:cNvPr id="33" name="Text Box 44">
              <a:extLst>
                <a:ext uri="{FF2B5EF4-FFF2-40B4-BE49-F238E27FC236}">
                  <a16:creationId xmlns:a16="http://schemas.microsoft.com/office/drawing/2014/main" id="{F3080AA4-7964-BDF1-9152-45124577AD1B}"/>
                </a:ext>
              </a:extLst>
            </p:cNvPr>
            <p:cNvSpPr txBox="1">
              <a:spLocks noChangeArrowheads="1"/>
            </p:cNvSpPr>
            <p:nvPr/>
          </p:nvSpPr>
          <p:spPr bwMode="auto">
            <a:xfrm>
              <a:off x="5867400" y="2314545"/>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3</a:t>
              </a:r>
            </a:p>
          </p:txBody>
        </p:sp>
        <p:sp>
          <p:nvSpPr>
            <p:cNvPr id="34" name="Oval 36">
              <a:extLst>
                <a:ext uri="{FF2B5EF4-FFF2-40B4-BE49-F238E27FC236}">
                  <a16:creationId xmlns:a16="http://schemas.microsoft.com/office/drawing/2014/main" id="{FD8BCD1A-0EA1-B182-4C8B-0CD60ABA73F9}"/>
                </a:ext>
              </a:extLst>
            </p:cNvPr>
            <p:cNvSpPr>
              <a:spLocks noChangeArrowheads="1"/>
            </p:cNvSpPr>
            <p:nvPr/>
          </p:nvSpPr>
          <p:spPr bwMode="auto">
            <a:xfrm>
              <a:off x="5715000" y="2390715"/>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35" name="Oval 38">
              <a:extLst>
                <a:ext uri="{FF2B5EF4-FFF2-40B4-BE49-F238E27FC236}">
                  <a16:creationId xmlns:a16="http://schemas.microsoft.com/office/drawing/2014/main" id="{E39CF70B-4189-A1FD-B4FC-DC89D9D49DBD}"/>
                </a:ext>
              </a:extLst>
            </p:cNvPr>
            <p:cNvSpPr>
              <a:spLocks noChangeArrowheads="1"/>
            </p:cNvSpPr>
            <p:nvPr/>
          </p:nvSpPr>
          <p:spPr bwMode="auto">
            <a:xfrm>
              <a:off x="5715000" y="1930402"/>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cxnSp>
          <p:nvCxnSpPr>
            <p:cNvPr id="36" name="연결선: 꺾임 35">
              <a:extLst>
                <a:ext uri="{FF2B5EF4-FFF2-40B4-BE49-F238E27FC236}">
                  <a16:creationId xmlns:a16="http://schemas.microsoft.com/office/drawing/2014/main" id="{BF5DC83B-9CD7-C60F-1490-468781B60DB5}"/>
                </a:ext>
              </a:extLst>
            </p:cNvPr>
            <p:cNvCxnSpPr/>
            <p:nvPr/>
          </p:nvCxnSpPr>
          <p:spPr>
            <a:xfrm rot="5400000" flipH="1" flipV="1">
              <a:off x="3576778" y="1216459"/>
              <a:ext cx="111592" cy="886666"/>
            </a:xfrm>
            <a:prstGeom prst="bentConnector5">
              <a:avLst>
                <a:gd name="adj1" fmla="val -31516"/>
                <a:gd name="adj2" fmla="val 39931"/>
                <a:gd name="adj3" fmla="val -33943"/>
              </a:avLst>
            </a:prstGeom>
            <a:noFill/>
            <a:ln w="12700" cap="flat" cmpd="sng" algn="ctr">
              <a:solidFill>
                <a:sysClr val="windowText" lastClr="000000"/>
              </a:solidFill>
              <a:prstDash val="solid"/>
              <a:miter lim="800000"/>
              <a:tailEnd type="triangle"/>
            </a:ln>
            <a:effectLst/>
          </p:spPr>
        </p:cxnSp>
        <p:cxnSp>
          <p:nvCxnSpPr>
            <p:cNvPr id="37" name="연결선: 꺾임 36">
              <a:extLst>
                <a:ext uri="{FF2B5EF4-FFF2-40B4-BE49-F238E27FC236}">
                  <a16:creationId xmlns:a16="http://schemas.microsoft.com/office/drawing/2014/main" id="{D3122272-C56C-D925-C49A-0F2BC7C95469}"/>
                </a:ext>
              </a:extLst>
            </p:cNvPr>
            <p:cNvCxnSpPr>
              <a:cxnSpLocks/>
            </p:cNvCxnSpPr>
            <p:nvPr/>
          </p:nvCxnSpPr>
          <p:spPr>
            <a:xfrm flipV="1">
              <a:off x="3189241" y="1679239"/>
              <a:ext cx="1021557" cy="274194"/>
            </a:xfrm>
            <a:prstGeom prst="bentConnector3">
              <a:avLst>
                <a:gd name="adj1" fmla="val 99919"/>
              </a:avLst>
            </a:prstGeom>
            <a:noFill/>
            <a:ln w="12700" cap="flat" cmpd="sng" algn="ctr">
              <a:solidFill>
                <a:sysClr val="windowText" lastClr="000000"/>
              </a:solidFill>
              <a:prstDash val="solid"/>
              <a:miter lim="800000"/>
              <a:tailEnd type="triangle"/>
            </a:ln>
            <a:effectLst/>
          </p:spPr>
        </p:cxnSp>
        <p:cxnSp>
          <p:nvCxnSpPr>
            <p:cNvPr id="38" name="연결선: 꺾임 37">
              <a:extLst>
                <a:ext uri="{FF2B5EF4-FFF2-40B4-BE49-F238E27FC236}">
                  <a16:creationId xmlns:a16="http://schemas.microsoft.com/office/drawing/2014/main" id="{F47EF40C-AF01-FB9C-48EF-B5752AB87C47}"/>
                </a:ext>
              </a:extLst>
            </p:cNvPr>
            <p:cNvCxnSpPr>
              <a:cxnSpLocks/>
            </p:cNvCxnSpPr>
            <p:nvPr/>
          </p:nvCxnSpPr>
          <p:spPr>
            <a:xfrm flipV="1">
              <a:off x="3189241" y="1719732"/>
              <a:ext cx="1156448" cy="479997"/>
            </a:xfrm>
            <a:prstGeom prst="bentConnector3">
              <a:avLst>
                <a:gd name="adj1" fmla="val 100179"/>
              </a:avLst>
            </a:prstGeom>
            <a:noFill/>
            <a:ln w="12700" cap="flat" cmpd="sng" algn="ctr">
              <a:solidFill>
                <a:sysClr val="windowText" lastClr="000000"/>
              </a:solidFill>
              <a:prstDash val="solid"/>
              <a:miter lim="800000"/>
              <a:tailEnd type="triangle"/>
            </a:ln>
            <a:effectLst/>
          </p:spPr>
        </p:cxnSp>
        <p:cxnSp>
          <p:nvCxnSpPr>
            <p:cNvPr id="39" name="연결선: 꺾임 38">
              <a:extLst>
                <a:ext uri="{FF2B5EF4-FFF2-40B4-BE49-F238E27FC236}">
                  <a16:creationId xmlns:a16="http://schemas.microsoft.com/office/drawing/2014/main" id="{2C972046-84F8-A92C-F997-C72A20299DC4}"/>
                </a:ext>
              </a:extLst>
            </p:cNvPr>
            <p:cNvCxnSpPr>
              <a:cxnSpLocks/>
            </p:cNvCxnSpPr>
            <p:nvPr/>
          </p:nvCxnSpPr>
          <p:spPr>
            <a:xfrm rot="10800000">
              <a:off x="4737848" y="1715589"/>
              <a:ext cx="977152" cy="484657"/>
            </a:xfrm>
            <a:prstGeom prst="bentConnector3">
              <a:avLst>
                <a:gd name="adj1" fmla="val 99488"/>
              </a:avLst>
            </a:prstGeom>
            <a:noFill/>
            <a:ln w="12700" cap="flat" cmpd="sng" algn="ctr">
              <a:solidFill>
                <a:sysClr val="windowText" lastClr="000000"/>
              </a:solidFill>
              <a:prstDash val="solid"/>
              <a:miter lim="800000"/>
              <a:tailEnd type="triangle"/>
            </a:ln>
            <a:effectLst/>
          </p:spPr>
        </p:cxnSp>
        <p:cxnSp>
          <p:nvCxnSpPr>
            <p:cNvPr id="40" name="연결선: 꺾임 39">
              <a:extLst>
                <a:ext uri="{FF2B5EF4-FFF2-40B4-BE49-F238E27FC236}">
                  <a16:creationId xmlns:a16="http://schemas.microsoft.com/office/drawing/2014/main" id="{5821F9BF-2717-C38C-5D0F-64BB7CDDDBD4}"/>
                </a:ext>
              </a:extLst>
            </p:cNvPr>
            <p:cNvCxnSpPr>
              <a:cxnSpLocks/>
            </p:cNvCxnSpPr>
            <p:nvPr/>
          </p:nvCxnSpPr>
          <p:spPr>
            <a:xfrm rot="10800000">
              <a:off x="5027614" y="1603999"/>
              <a:ext cx="687386" cy="139047"/>
            </a:xfrm>
            <a:prstGeom prst="bentConnector3">
              <a:avLst>
                <a:gd name="adj1" fmla="val 99885"/>
              </a:avLst>
            </a:prstGeom>
            <a:noFill/>
            <a:ln w="12700" cap="flat" cmpd="sng" algn="ctr">
              <a:solidFill>
                <a:sysClr val="windowText" lastClr="000000"/>
              </a:solidFill>
              <a:prstDash val="solid"/>
              <a:miter lim="800000"/>
              <a:tailEnd type="triangle"/>
            </a:ln>
            <a:effectLst/>
          </p:spPr>
        </p:cxnSp>
        <p:cxnSp>
          <p:nvCxnSpPr>
            <p:cNvPr id="41" name="연결선: 꺾임 40">
              <a:extLst>
                <a:ext uri="{FF2B5EF4-FFF2-40B4-BE49-F238E27FC236}">
                  <a16:creationId xmlns:a16="http://schemas.microsoft.com/office/drawing/2014/main" id="{49C02209-2514-C005-D242-894718A5BCA6}"/>
                </a:ext>
              </a:extLst>
            </p:cNvPr>
            <p:cNvCxnSpPr>
              <a:cxnSpLocks/>
            </p:cNvCxnSpPr>
            <p:nvPr/>
          </p:nvCxnSpPr>
          <p:spPr>
            <a:xfrm rot="10800000" flipV="1">
              <a:off x="5105400" y="2428815"/>
              <a:ext cx="609600" cy="304800"/>
            </a:xfrm>
            <a:prstGeom prst="bentConnector3">
              <a:avLst/>
            </a:prstGeom>
            <a:noFill/>
            <a:ln w="12700" cap="flat" cmpd="sng" algn="ctr">
              <a:solidFill>
                <a:sysClr val="windowText" lastClr="000000"/>
              </a:solidFill>
              <a:prstDash val="solid"/>
              <a:miter lim="800000"/>
              <a:tailEnd type="triangle"/>
            </a:ln>
            <a:effectLst/>
          </p:spPr>
        </p:cxnSp>
        <p:cxnSp>
          <p:nvCxnSpPr>
            <p:cNvPr id="42" name="연결선: 꺾임 41">
              <a:extLst>
                <a:ext uri="{FF2B5EF4-FFF2-40B4-BE49-F238E27FC236}">
                  <a16:creationId xmlns:a16="http://schemas.microsoft.com/office/drawing/2014/main" id="{7FB0E5C1-898C-AC0F-CFE5-030A93A66D66}"/>
                </a:ext>
              </a:extLst>
            </p:cNvPr>
            <p:cNvCxnSpPr>
              <a:cxnSpLocks/>
              <a:stCxn id="35" idx="2"/>
            </p:cNvCxnSpPr>
            <p:nvPr/>
          </p:nvCxnSpPr>
          <p:spPr>
            <a:xfrm rot="10800000" flipV="1">
              <a:off x="4915694" y="1968502"/>
              <a:ext cx="799307" cy="522646"/>
            </a:xfrm>
            <a:prstGeom prst="bentConnector2">
              <a:avLst/>
            </a:prstGeom>
            <a:noFill/>
            <a:ln w="12700" cap="flat" cmpd="sng" algn="ctr">
              <a:solidFill>
                <a:sysClr val="windowText" lastClr="000000"/>
              </a:solidFill>
              <a:prstDash val="solid"/>
              <a:miter lim="800000"/>
              <a:tailEnd type="triangle"/>
            </a:ln>
            <a:effectLst/>
          </p:spPr>
        </p:cxnSp>
        <p:sp>
          <p:nvSpPr>
            <p:cNvPr id="84" name="Oval 35">
              <a:extLst>
                <a:ext uri="{FF2B5EF4-FFF2-40B4-BE49-F238E27FC236}">
                  <a16:creationId xmlns:a16="http://schemas.microsoft.com/office/drawing/2014/main" id="{77EFE5A0-FC86-3714-5A07-328B5C3C6C78}"/>
                </a:ext>
              </a:extLst>
            </p:cNvPr>
            <p:cNvSpPr>
              <a:spLocks noChangeArrowheads="1"/>
            </p:cNvSpPr>
            <p:nvPr/>
          </p:nvSpPr>
          <p:spPr bwMode="auto">
            <a:xfrm>
              <a:off x="3810000" y="2390715"/>
              <a:ext cx="1295400" cy="6858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algn="ctr" eaLnBrk="1" latinLnBrk="0" hangingPunct="1">
                <a:spcBef>
                  <a:spcPct val="0"/>
                </a:spcBef>
                <a:buFontTx/>
                <a:buNone/>
              </a:pPr>
              <a:r>
                <a:rPr lang="en-US" altLang="ko-KR" sz="1600" b="0" dirty="0" err="1">
                  <a:latin typeface="Courier New" panose="02070309020205020404" pitchFamily="49" charset="0"/>
                  <a:ea typeface="굴림" panose="020B0600000101010101" pitchFamily="50" charset="-127"/>
                  <a:cs typeface="Courier New" panose="02070309020205020404" pitchFamily="49" charset="0"/>
                </a:rPr>
                <a:t>somefile</a:t>
              </a:r>
              <a:endParaRPr lang="en-US" altLang="ko-KR" sz="1600" b="0" dirty="0">
                <a:latin typeface="Courier New" panose="02070309020205020404" pitchFamily="49" charset="0"/>
                <a:ea typeface="굴림" panose="020B0600000101010101" pitchFamily="50" charset="-127"/>
                <a:cs typeface="Courier New" panose="02070309020205020404" pitchFamily="49" charset="0"/>
              </a:endParaRPr>
            </a:p>
          </p:txBody>
        </p:sp>
        <p:sp>
          <p:nvSpPr>
            <p:cNvPr id="85" name="Oval 27">
              <a:extLst>
                <a:ext uri="{FF2B5EF4-FFF2-40B4-BE49-F238E27FC236}">
                  <a16:creationId xmlns:a16="http://schemas.microsoft.com/office/drawing/2014/main" id="{FD2F88C9-E545-F043-F0B5-F1C14C518B68}"/>
                </a:ext>
              </a:extLst>
            </p:cNvPr>
            <p:cNvSpPr>
              <a:spLocks noChangeArrowheads="1"/>
            </p:cNvSpPr>
            <p:nvPr/>
          </p:nvSpPr>
          <p:spPr bwMode="auto">
            <a:xfrm>
              <a:off x="3886200" y="1018629"/>
              <a:ext cx="1295400" cy="6858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algn="ctr" eaLnBrk="1" latinLnBrk="0" hangingPunct="1">
                <a:spcBef>
                  <a:spcPct val="0"/>
                </a:spcBef>
                <a:buFontTx/>
                <a:buNone/>
              </a:pPr>
              <a:r>
                <a:rPr lang="en-US" altLang="ko-KR" sz="1600" b="0" dirty="0">
                  <a:latin typeface="Courier New" panose="02070309020205020404" pitchFamily="49" charset="0"/>
                  <a:ea typeface="굴림" panose="020B0600000101010101" pitchFamily="50" charset="-127"/>
                  <a:cs typeface="Courier New" panose="02070309020205020404" pitchFamily="49" charset="0"/>
                </a:rPr>
                <a:t>/dev/</a:t>
              </a:r>
              <a:r>
                <a:rPr lang="en-US" altLang="ko-KR" sz="1600" b="0" dirty="0" err="1">
                  <a:latin typeface="Courier New" panose="02070309020205020404" pitchFamily="49" charset="0"/>
                  <a:ea typeface="굴림" panose="020B0600000101010101" pitchFamily="50" charset="-127"/>
                  <a:cs typeface="Courier New" panose="02070309020205020404" pitchFamily="49" charset="0"/>
                </a:rPr>
                <a:t>tty</a:t>
              </a:r>
              <a:endParaRPr lang="en-US" altLang="ko-KR" sz="1600" b="0" dirty="0">
                <a:latin typeface="Courier New" panose="02070309020205020404" pitchFamily="49" charset="0"/>
                <a:ea typeface="굴림" panose="020B0600000101010101" pitchFamily="50" charset="-127"/>
                <a:cs typeface="Courier New" panose="02070309020205020404" pitchFamily="49" charset="0"/>
              </a:endParaRPr>
            </a:p>
          </p:txBody>
        </p:sp>
      </p:grpSp>
      <p:sp>
        <p:nvSpPr>
          <p:cNvPr id="45" name="TextBox 44">
            <a:extLst>
              <a:ext uri="{FF2B5EF4-FFF2-40B4-BE49-F238E27FC236}">
                <a16:creationId xmlns:a16="http://schemas.microsoft.com/office/drawing/2014/main" id="{6A5DCBDB-B806-9B2B-00FA-B59753A2814D}"/>
              </a:ext>
            </a:extLst>
          </p:cNvPr>
          <p:cNvSpPr txBox="1"/>
          <p:nvPr/>
        </p:nvSpPr>
        <p:spPr>
          <a:xfrm>
            <a:off x="630475" y="2432992"/>
            <a:ext cx="3717684" cy="2862322"/>
          </a:xfrm>
          <a:prstGeom prst="rect">
            <a:avLst/>
          </a:prstGeom>
          <a:solidFill>
            <a:srgbClr val="FFFF66"/>
          </a:solidFill>
          <a:ln>
            <a:solidFill>
              <a:schemeClr val="tx1"/>
            </a:solidFill>
          </a:ln>
        </p:spPr>
        <p:txBody>
          <a:bodyPr wrap="none">
            <a:spAutoFit/>
          </a:bodyPr>
          <a:lstStyle/>
          <a:p>
            <a:pPr lvl="0">
              <a:defRPr/>
            </a:pPr>
            <a:r>
              <a:rPr lang="en-US" altLang="ko-KR" sz="1200" dirty="0" err="1">
                <a:latin typeface="Courier New"/>
                <a:ea typeface="맑은 고딕"/>
                <a:cs typeface="Courier New"/>
              </a:rPr>
              <a:t>pid</a:t>
            </a:r>
            <a:r>
              <a:rPr lang="en-US" altLang="ko-KR" sz="1200" dirty="0">
                <a:latin typeface="Courier New"/>
                <a:ea typeface="맑은 고딕"/>
                <a:cs typeface="Courier New"/>
              </a:rPr>
              <a:t> = fork();</a:t>
            </a:r>
            <a:endParaRPr lang="en-US" altLang="ko-KR" sz="1200" dirty="0">
              <a:solidFill>
                <a:schemeClr val="accent6"/>
              </a:solidFill>
              <a:latin typeface="Courier New"/>
              <a:ea typeface="맑은 고딕"/>
              <a:cs typeface="Courier New"/>
            </a:endParaRPr>
          </a:p>
          <a:p>
            <a:pPr lvl="0">
              <a:defRPr/>
            </a:pPr>
            <a:endParaRPr lang="en-US" altLang="ko-KR" sz="1200" dirty="0">
              <a:solidFill>
                <a:schemeClr val="accent6"/>
              </a:solidFill>
              <a:latin typeface="Courier New"/>
              <a:ea typeface="맑은 고딕"/>
              <a:cs typeface="Courier New"/>
            </a:endParaRPr>
          </a:p>
          <a:p>
            <a:pPr lvl="0">
              <a:defRPr/>
            </a:pPr>
            <a:r>
              <a:rPr lang="en-US" altLang="ko-KR" sz="1200" dirty="0">
                <a:solidFill>
                  <a:schemeClr val="accent6"/>
                </a:solidFill>
                <a:latin typeface="Courier New"/>
                <a:ea typeface="맑은 고딕"/>
                <a:cs typeface="Courier New"/>
              </a:rPr>
              <a:t>if</a:t>
            </a:r>
            <a:r>
              <a:rPr lang="en-US" altLang="ko-KR" sz="1200" dirty="0">
                <a:latin typeface="Courier New"/>
                <a:ea typeface="맑은 고딕"/>
                <a:cs typeface="Courier New"/>
              </a:rPr>
              <a:t> (</a:t>
            </a:r>
            <a:r>
              <a:rPr lang="en-US" altLang="ko-KR" sz="1200" dirty="0" err="1">
                <a:latin typeface="Courier New"/>
                <a:ea typeface="맑은 고딕"/>
                <a:cs typeface="Courier New"/>
              </a:rPr>
              <a:t>pid</a:t>
            </a:r>
            <a:r>
              <a:rPr lang="en-US" altLang="ko-KR" sz="1200" dirty="0">
                <a:latin typeface="Courier New"/>
                <a:ea typeface="맑은 고딕"/>
                <a:cs typeface="Courier New"/>
              </a:rPr>
              <a:t> == 0){</a:t>
            </a:r>
          </a:p>
          <a:p>
            <a:pPr lvl="0">
              <a:defRPr/>
            </a:pPr>
            <a:r>
              <a:rPr lang="en-US" altLang="ko-KR" sz="1200" dirty="0">
                <a:latin typeface="Courier New"/>
                <a:ea typeface="맑은 고딕"/>
                <a:cs typeface="Courier New"/>
              </a:rPr>
              <a:t>  /* Child process */</a:t>
            </a:r>
          </a:p>
          <a:p>
            <a:pPr lvl="0">
              <a:defRPr/>
            </a:pPr>
            <a:r>
              <a:rPr lang="en-US" altLang="ko-KR" sz="1200" dirty="0">
                <a:latin typeface="Courier New"/>
                <a:ea typeface="맑은 고딕"/>
                <a:cs typeface="Courier New"/>
              </a:rPr>
              <a:t>  </a:t>
            </a:r>
            <a:r>
              <a:rPr lang="en-US" altLang="ko-KR" sz="1200" dirty="0" err="1">
                <a:latin typeface="Courier New"/>
                <a:ea typeface="맑은 고딕"/>
                <a:cs typeface="Courier New"/>
              </a:rPr>
              <a:t>fd</a:t>
            </a:r>
            <a:r>
              <a:rPr lang="en-US" altLang="ko-KR" sz="1200" dirty="0">
                <a:latin typeface="Courier New"/>
                <a:ea typeface="맑은 고딕"/>
                <a:cs typeface="Courier New"/>
              </a:rPr>
              <a:t> = </a:t>
            </a:r>
            <a:r>
              <a:rPr lang="en-US" altLang="ko-KR" sz="1200" dirty="0" err="1">
                <a:latin typeface="Courier New"/>
                <a:ea typeface="맑은 고딕"/>
                <a:cs typeface="Courier New"/>
              </a:rPr>
              <a:t>creat</a:t>
            </a:r>
            <a:r>
              <a:rPr lang="en-US" altLang="ko-KR" sz="1200" dirty="0">
                <a:latin typeface="Courier New"/>
                <a:ea typeface="맑은 고딕"/>
                <a:cs typeface="Courier New"/>
              </a:rPr>
              <a:t>(“</a:t>
            </a:r>
            <a:r>
              <a:rPr lang="en-US" altLang="ko-KR" sz="1200" dirty="0" err="1">
                <a:latin typeface="Courier New"/>
                <a:ea typeface="맑은 고딕"/>
                <a:cs typeface="Courier New"/>
              </a:rPr>
              <a:t>somefile</a:t>
            </a:r>
            <a:r>
              <a:rPr lang="en-US" altLang="ko-KR" sz="1200" dirty="0">
                <a:latin typeface="Courier New"/>
                <a:ea typeface="맑은 고딕"/>
                <a:cs typeface="Courier New"/>
              </a:rPr>
              <a:t>”, 0640);</a:t>
            </a:r>
          </a:p>
          <a:p>
            <a:pPr lvl="0">
              <a:defRPr/>
            </a:pPr>
            <a:r>
              <a:rPr lang="en-US" altLang="ko-KR" sz="1200" dirty="0">
                <a:latin typeface="Courier New"/>
                <a:ea typeface="맑은 고딕"/>
                <a:cs typeface="Courier New"/>
              </a:rPr>
              <a:t>  dup2(</a:t>
            </a:r>
            <a:r>
              <a:rPr lang="en-US" altLang="ko-KR" sz="1200" dirty="0" err="1">
                <a:latin typeface="Courier New"/>
                <a:ea typeface="맑은 고딕"/>
                <a:cs typeface="Courier New"/>
              </a:rPr>
              <a:t>fd</a:t>
            </a:r>
            <a:r>
              <a:rPr lang="en-US" altLang="ko-KR" sz="1200" dirty="0">
                <a:latin typeface="Courier New"/>
                <a:ea typeface="맑은 고딕"/>
                <a:cs typeface="Courier New"/>
              </a:rPr>
              <a:t>, 1);</a:t>
            </a:r>
          </a:p>
          <a:p>
            <a:pPr lvl="0">
              <a:defRPr/>
            </a:pPr>
            <a:r>
              <a:rPr lang="en-US" altLang="ko-KR" sz="1200" dirty="0">
                <a:latin typeface="Courier New"/>
                <a:ea typeface="맑은 고딕"/>
                <a:cs typeface="Courier New"/>
              </a:rPr>
              <a:t>  close(</a:t>
            </a:r>
            <a:r>
              <a:rPr lang="en-US" altLang="ko-KR" sz="1200" dirty="0" err="1">
                <a:latin typeface="Courier New"/>
                <a:ea typeface="맑은 고딕"/>
                <a:cs typeface="Courier New"/>
              </a:rPr>
              <a:t>fd</a:t>
            </a:r>
            <a:r>
              <a:rPr lang="en-US" altLang="ko-KR" sz="1200" dirty="0">
                <a:latin typeface="Courier New"/>
                <a:ea typeface="맑은 고딕"/>
                <a:cs typeface="Courier New"/>
              </a:rPr>
              <a:t>);</a:t>
            </a:r>
          </a:p>
          <a:p>
            <a:pPr lvl="0">
              <a:defRPr/>
            </a:pPr>
            <a:r>
              <a:rPr lang="en-US" altLang="ko-KR" sz="1200" dirty="0">
                <a:latin typeface="Courier New"/>
                <a:ea typeface="맑은 고딕"/>
                <a:cs typeface="Courier New"/>
              </a:rPr>
              <a:t>  </a:t>
            </a:r>
            <a:r>
              <a:rPr lang="en-US" altLang="ko-KR" sz="1200" dirty="0" err="1">
                <a:latin typeface="Courier New"/>
                <a:ea typeface="맑은 고딕"/>
                <a:cs typeface="Courier New"/>
              </a:rPr>
              <a:t>execvp</a:t>
            </a:r>
            <a:r>
              <a:rPr lang="en-US" altLang="ko-KR" sz="1200" dirty="0">
                <a:latin typeface="Courier New"/>
                <a:ea typeface="맑은 고딕"/>
                <a:cs typeface="Courier New"/>
              </a:rPr>
              <a:t>(“</a:t>
            </a:r>
            <a:r>
              <a:rPr lang="en-US" altLang="ko-KR" sz="1200" dirty="0" err="1">
                <a:latin typeface="Courier New"/>
                <a:ea typeface="맑은 고딕"/>
                <a:cs typeface="Courier New"/>
              </a:rPr>
              <a:t>someprogram</a:t>
            </a:r>
            <a:r>
              <a:rPr lang="en-US" altLang="ko-KR" sz="1200" dirty="0">
                <a:latin typeface="Courier New"/>
                <a:ea typeface="맑은 고딕"/>
                <a:cs typeface="Courier New"/>
              </a:rPr>
              <a:t>”, </a:t>
            </a:r>
            <a:r>
              <a:rPr lang="en-US" altLang="ko-KR" sz="1200" dirty="0" err="1">
                <a:latin typeface="Courier New"/>
                <a:ea typeface="맑은 고딕"/>
                <a:cs typeface="Courier New"/>
              </a:rPr>
              <a:t>program_args</a:t>
            </a:r>
            <a:r>
              <a:rPr lang="en-US" altLang="ko-KR" sz="1200" dirty="0">
                <a:latin typeface="Courier New"/>
                <a:ea typeface="맑은 고딕"/>
                <a:cs typeface="Courier New"/>
              </a:rPr>
              <a:t>);</a:t>
            </a:r>
          </a:p>
          <a:p>
            <a:pPr lvl="0">
              <a:defRPr/>
            </a:pPr>
            <a:r>
              <a:rPr lang="en-US" altLang="ko-KR" sz="1200" dirty="0">
                <a:latin typeface="Courier New"/>
                <a:ea typeface="맑은 고딕"/>
                <a:cs typeface="Courier New"/>
              </a:rPr>
              <a:t>  </a:t>
            </a:r>
            <a:r>
              <a:rPr lang="en-US" altLang="ko-KR" sz="1200" dirty="0" err="1">
                <a:latin typeface="Courier New"/>
                <a:ea typeface="맑은 고딕"/>
                <a:cs typeface="Courier New"/>
              </a:rPr>
              <a:t>fprintf</a:t>
            </a:r>
            <a:r>
              <a:rPr lang="en-US" altLang="ko-KR" sz="1200" dirty="0">
                <a:latin typeface="Courier New"/>
                <a:ea typeface="맑은 고딕"/>
                <a:cs typeface="Courier New"/>
              </a:rPr>
              <a:t>(stderr, “exec failed\n”);</a:t>
            </a:r>
          </a:p>
          <a:p>
            <a:pPr lvl="0">
              <a:defRPr/>
            </a:pPr>
            <a:r>
              <a:rPr lang="en-US" altLang="ko-KR" sz="1200" dirty="0">
                <a:latin typeface="Courier New"/>
                <a:ea typeface="맑은 고딕"/>
                <a:cs typeface="Courier New"/>
              </a:rPr>
              <a:t>  exit(EXIT_FAILURE);</a:t>
            </a:r>
          </a:p>
          <a:p>
            <a:pPr lvl="0">
              <a:defRPr/>
            </a:pPr>
            <a:r>
              <a:rPr lang="en-US" altLang="ko-KR" sz="1200" dirty="0">
                <a:latin typeface="Courier New"/>
                <a:ea typeface="맑은 고딕"/>
                <a:cs typeface="Courier New"/>
              </a:rPr>
              <a:t>} </a:t>
            </a:r>
          </a:p>
          <a:p>
            <a:pPr lvl="0">
              <a:defRPr/>
            </a:pPr>
            <a:endParaRPr lang="en-US" altLang="ko-KR" sz="1200" dirty="0">
              <a:latin typeface="Courier New"/>
              <a:ea typeface="맑은 고딕"/>
              <a:cs typeface="Courier New"/>
            </a:endParaRPr>
          </a:p>
          <a:p>
            <a:pPr lvl="0">
              <a:defRPr/>
            </a:pPr>
            <a:r>
              <a:rPr lang="en-US" altLang="ko-KR" sz="1200" dirty="0">
                <a:latin typeface="Courier New"/>
                <a:ea typeface="맑은 고딕"/>
                <a:cs typeface="Courier New"/>
              </a:rPr>
              <a:t>/* Parent process */</a:t>
            </a:r>
          </a:p>
          <a:p>
            <a:pPr lvl="0">
              <a:defRPr/>
            </a:pPr>
            <a:r>
              <a:rPr lang="en-US" altLang="ko-KR" sz="1200" dirty="0" err="1">
                <a:latin typeface="Courier New"/>
                <a:ea typeface="맑은 고딕"/>
                <a:cs typeface="Courier New"/>
              </a:rPr>
              <a:t>pid</a:t>
            </a:r>
            <a:r>
              <a:rPr lang="en-US" altLang="ko-KR" sz="1200" dirty="0">
                <a:latin typeface="Courier New"/>
                <a:ea typeface="맑은 고딕"/>
                <a:cs typeface="Courier New"/>
              </a:rPr>
              <a:t> = wait(NULL);</a:t>
            </a:r>
          </a:p>
          <a:p>
            <a:pPr lvl="0">
              <a:defRPr/>
            </a:pPr>
            <a:endParaRPr lang="ko-KR" altLang="en-US" sz="1200" dirty="0">
              <a:latin typeface="Courier New"/>
              <a:ea typeface="맑은 고딕"/>
              <a:cs typeface="Courier New"/>
            </a:endParaRPr>
          </a:p>
        </p:txBody>
      </p:sp>
      <p:cxnSp>
        <p:nvCxnSpPr>
          <p:cNvPr id="46" name="직선 화살표 연결선 45">
            <a:extLst>
              <a:ext uri="{FF2B5EF4-FFF2-40B4-BE49-F238E27FC236}">
                <a16:creationId xmlns:a16="http://schemas.microsoft.com/office/drawing/2014/main" id="{E4E22B3A-D62A-369C-8740-17FA851F14F2}"/>
              </a:ext>
            </a:extLst>
          </p:cNvPr>
          <p:cNvCxnSpPr>
            <a:cxnSpLocks/>
          </p:cNvCxnSpPr>
          <p:nvPr/>
        </p:nvCxnSpPr>
        <p:spPr>
          <a:xfrm>
            <a:off x="75357" y="3472141"/>
            <a:ext cx="55511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8" name="Text Box 4">
            <a:extLst>
              <a:ext uri="{FF2B5EF4-FFF2-40B4-BE49-F238E27FC236}">
                <a16:creationId xmlns:a16="http://schemas.microsoft.com/office/drawing/2014/main" id="{E0C2BEE1-3CFD-4AD8-A753-8B68C6C8DFD0}"/>
              </a:ext>
            </a:extLst>
          </p:cNvPr>
          <p:cNvSpPr txBox="1">
            <a:spLocks noChangeArrowheads="1"/>
          </p:cNvSpPr>
          <p:nvPr/>
        </p:nvSpPr>
        <p:spPr bwMode="auto">
          <a:xfrm>
            <a:off x="7882164" y="5010827"/>
            <a:ext cx="97334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600" b="0" dirty="0">
                <a:latin typeface="Helvetica" panose="020B0604020202020204" pitchFamily="34" charset="0"/>
                <a:ea typeface="굴림" panose="020B0600000101010101" pitchFamily="50" charset="-127"/>
              </a:rPr>
              <a:t>0: stdin</a:t>
            </a:r>
          </a:p>
          <a:p>
            <a:pPr eaLnBrk="1" latinLnBrk="0" hangingPunct="1">
              <a:spcBef>
                <a:spcPct val="0"/>
              </a:spcBef>
              <a:buFontTx/>
              <a:buNone/>
            </a:pPr>
            <a:r>
              <a:rPr lang="en-US" altLang="ko-KR" sz="1600" dirty="0">
                <a:latin typeface="Helvetica" panose="020B0604020202020204" pitchFamily="34" charset="0"/>
                <a:ea typeface="굴림" panose="020B0600000101010101" pitchFamily="50" charset="-127"/>
              </a:rPr>
              <a:t>1: </a:t>
            </a:r>
            <a:r>
              <a:rPr lang="en-US" altLang="ko-KR" sz="1600" dirty="0" err="1">
                <a:latin typeface="Helvetica" panose="020B0604020202020204" pitchFamily="34" charset="0"/>
                <a:ea typeface="굴림" panose="020B0600000101010101" pitchFamily="50" charset="-127"/>
              </a:rPr>
              <a:t>stdout</a:t>
            </a:r>
            <a:endParaRPr lang="en-US" altLang="ko-KR" sz="1600" dirty="0">
              <a:latin typeface="Helvetica" panose="020B0604020202020204" pitchFamily="34" charset="0"/>
              <a:ea typeface="굴림" panose="020B0600000101010101" pitchFamily="50" charset="-127"/>
            </a:endParaRPr>
          </a:p>
          <a:p>
            <a:pPr eaLnBrk="1" latinLnBrk="0" hangingPunct="1">
              <a:spcBef>
                <a:spcPct val="0"/>
              </a:spcBef>
              <a:buFontTx/>
              <a:buNone/>
            </a:pPr>
            <a:r>
              <a:rPr lang="en-US" altLang="ko-KR" sz="1600" b="0" dirty="0">
                <a:latin typeface="Helvetica" panose="020B0604020202020204" pitchFamily="34" charset="0"/>
                <a:ea typeface="굴림" panose="020B0600000101010101" pitchFamily="50" charset="-127"/>
              </a:rPr>
              <a:t>2: stderr</a:t>
            </a:r>
          </a:p>
        </p:txBody>
      </p:sp>
    </p:spTree>
    <p:extLst>
      <p:ext uri="{BB962C8B-B14F-4D97-AF65-F5344CB8AC3E}">
        <p14:creationId xmlns:p14="http://schemas.microsoft.com/office/powerpoint/2010/main" val="25567023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4C199-6CC1-DF8B-7C98-CFFEEABD0C44}"/>
            </a:ext>
          </a:extLst>
        </p:cNvPr>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BBA419D0-A607-6355-831B-0101674EE59E}"/>
              </a:ext>
            </a:extLst>
          </p:cNvPr>
          <p:cNvSpPr>
            <a:spLocks noGrp="1"/>
          </p:cNvSpPr>
          <p:nvPr>
            <p:ph type="sldNum" sz="quarter" idx="12"/>
          </p:nvPr>
        </p:nvSpPr>
        <p:spPr/>
        <p:txBody>
          <a:bodyPr/>
          <a:lstStyle/>
          <a:p>
            <a:r>
              <a:rPr lang="en-US" altLang="ko-KR"/>
              <a:t>-</a:t>
            </a:r>
            <a:fld id="{3D16D23B-24D6-455E-BBD7-6975BEA16FD4}" type="slidenum">
              <a:rPr lang="ko-KR" altLang="en-US" smtClean="0"/>
              <a:pPr/>
              <a:t>21</a:t>
            </a:fld>
            <a:r>
              <a:rPr lang="en-US" altLang="ko-KR"/>
              <a:t>-</a:t>
            </a:r>
            <a:endParaRPr lang="ko-KR" altLang="en-US" dirty="0"/>
          </a:p>
        </p:txBody>
      </p:sp>
      <p:sp>
        <p:nvSpPr>
          <p:cNvPr id="3" name="제목 2">
            <a:extLst>
              <a:ext uri="{FF2B5EF4-FFF2-40B4-BE49-F238E27FC236}">
                <a16:creationId xmlns:a16="http://schemas.microsoft.com/office/drawing/2014/main" id="{F5D47157-AF94-8BCB-E5A5-E424D60F8BC6}"/>
              </a:ext>
            </a:extLst>
          </p:cNvPr>
          <p:cNvSpPr>
            <a:spLocks noGrp="1"/>
          </p:cNvSpPr>
          <p:nvPr>
            <p:ph type="title"/>
          </p:nvPr>
        </p:nvSpPr>
        <p:spPr/>
        <p:txBody>
          <a:bodyPr/>
          <a:lstStyle/>
          <a:p>
            <a:r>
              <a:rPr lang="en-US" altLang="ko-KR" dirty="0"/>
              <a:t>Simple Redirection Trace (4)</a:t>
            </a:r>
            <a:endParaRPr lang="ko-KR" altLang="en-US" dirty="0"/>
          </a:p>
        </p:txBody>
      </p:sp>
      <p:sp>
        <p:nvSpPr>
          <p:cNvPr id="4" name="텍스트 개체 틀 3">
            <a:extLst>
              <a:ext uri="{FF2B5EF4-FFF2-40B4-BE49-F238E27FC236}">
                <a16:creationId xmlns:a16="http://schemas.microsoft.com/office/drawing/2014/main" id="{8876406B-8EF7-4894-5099-F97C5A0C7EA5}"/>
              </a:ext>
            </a:extLst>
          </p:cNvPr>
          <p:cNvSpPr>
            <a:spLocks noGrp="1"/>
          </p:cNvSpPr>
          <p:nvPr>
            <p:ph type="body" sz="quarter" idx="13"/>
          </p:nvPr>
        </p:nvSpPr>
        <p:spPr>
          <a:xfrm>
            <a:off x="350981" y="935230"/>
            <a:ext cx="11369963" cy="5140325"/>
          </a:xfrm>
        </p:spPr>
        <p:txBody>
          <a:bodyPr/>
          <a:lstStyle/>
          <a:p>
            <a:r>
              <a:rPr lang="en-US" altLang="ko-KR" dirty="0"/>
              <a:t>Closes </a:t>
            </a:r>
            <a:r>
              <a:rPr lang="en-US" altLang="ko-KR" dirty="0" err="1">
                <a:latin typeface="Courier New" panose="02070309020205020404" pitchFamily="49" charset="0"/>
                <a:cs typeface="Courier New" panose="02070309020205020404" pitchFamily="49" charset="0"/>
              </a:rPr>
              <a:t>fd</a:t>
            </a:r>
            <a:r>
              <a:rPr lang="en-US" altLang="ko-KR" dirty="0"/>
              <a:t> (index 3 at file descriptor table)</a:t>
            </a:r>
          </a:p>
          <a:p>
            <a:endParaRPr lang="ko-KR" altLang="en-US" dirty="0"/>
          </a:p>
        </p:txBody>
      </p:sp>
      <p:grpSp>
        <p:nvGrpSpPr>
          <p:cNvPr id="86" name="그룹 85">
            <a:extLst>
              <a:ext uri="{FF2B5EF4-FFF2-40B4-BE49-F238E27FC236}">
                <a16:creationId xmlns:a16="http://schemas.microsoft.com/office/drawing/2014/main" id="{F6038B76-4EDE-9C90-B555-5560DB8E46E4}"/>
              </a:ext>
            </a:extLst>
          </p:cNvPr>
          <p:cNvGrpSpPr/>
          <p:nvPr/>
        </p:nvGrpSpPr>
        <p:grpSpPr>
          <a:xfrm>
            <a:off x="5047093" y="2742877"/>
            <a:ext cx="6673850" cy="2057886"/>
            <a:chOff x="1219200" y="1018629"/>
            <a:chExt cx="6673850" cy="2057886"/>
          </a:xfrm>
        </p:grpSpPr>
        <p:sp>
          <p:nvSpPr>
            <p:cNvPr id="5" name="Text Box 4">
              <a:extLst>
                <a:ext uri="{FF2B5EF4-FFF2-40B4-BE49-F238E27FC236}">
                  <a16:creationId xmlns:a16="http://schemas.microsoft.com/office/drawing/2014/main" id="{43589D6D-C214-3F0E-37C1-B641DCAB844A}"/>
                </a:ext>
              </a:extLst>
            </p:cNvPr>
            <p:cNvSpPr txBox="1">
              <a:spLocks noChangeArrowheads="1"/>
            </p:cNvSpPr>
            <p:nvPr/>
          </p:nvSpPr>
          <p:spPr bwMode="auto">
            <a:xfrm>
              <a:off x="1232694" y="1019145"/>
              <a:ext cx="190789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2000" b="0" dirty="0">
                  <a:latin typeface="Helvetica" panose="020B0604020202020204" pitchFamily="34" charset="0"/>
                  <a:ea typeface="굴림" panose="020B0600000101010101" pitchFamily="50" charset="-127"/>
                </a:rPr>
                <a:t>Parent process</a:t>
              </a:r>
            </a:p>
          </p:txBody>
        </p:sp>
        <p:sp>
          <p:nvSpPr>
            <p:cNvPr id="6" name="Text Box 6">
              <a:extLst>
                <a:ext uri="{FF2B5EF4-FFF2-40B4-BE49-F238E27FC236}">
                  <a16:creationId xmlns:a16="http://schemas.microsoft.com/office/drawing/2014/main" id="{07E4BF83-D3C4-F167-355B-C6A049C41234}"/>
                </a:ext>
              </a:extLst>
            </p:cNvPr>
            <p:cNvSpPr txBox="1">
              <a:spLocks noChangeArrowheads="1"/>
            </p:cNvSpPr>
            <p:nvPr/>
          </p:nvSpPr>
          <p:spPr bwMode="auto">
            <a:xfrm>
              <a:off x="5559446" y="1019145"/>
              <a:ext cx="173957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2000" b="0" dirty="0">
                  <a:latin typeface="Helvetica" panose="020B0604020202020204" pitchFamily="34" charset="0"/>
                  <a:ea typeface="굴림" panose="020B0600000101010101" pitchFamily="50" charset="-127"/>
                </a:rPr>
                <a:t>Child process</a:t>
              </a:r>
            </a:p>
          </p:txBody>
        </p:sp>
        <p:sp>
          <p:nvSpPr>
            <p:cNvPr id="7" name="Rectangle 8">
              <a:extLst>
                <a:ext uri="{FF2B5EF4-FFF2-40B4-BE49-F238E27FC236}">
                  <a16:creationId xmlns:a16="http://schemas.microsoft.com/office/drawing/2014/main" id="{469DF432-0F56-DAFD-10DB-69BD332DFCA5}"/>
                </a:ext>
              </a:extLst>
            </p:cNvPr>
            <p:cNvSpPr>
              <a:spLocks noChangeArrowheads="1"/>
            </p:cNvSpPr>
            <p:nvPr/>
          </p:nvSpPr>
          <p:spPr bwMode="auto">
            <a:xfrm>
              <a:off x="3048000" y="16287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8" name="Oval 9">
              <a:extLst>
                <a:ext uri="{FF2B5EF4-FFF2-40B4-BE49-F238E27FC236}">
                  <a16:creationId xmlns:a16="http://schemas.microsoft.com/office/drawing/2014/main" id="{9A085B64-4CE1-2354-53B0-07F69121367C}"/>
                </a:ext>
              </a:extLst>
            </p:cNvPr>
            <p:cNvSpPr>
              <a:spLocks noChangeArrowheads="1"/>
            </p:cNvSpPr>
            <p:nvPr/>
          </p:nvSpPr>
          <p:spPr bwMode="auto">
            <a:xfrm>
              <a:off x="3124200" y="1704945"/>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9" name="Rectangle 10">
              <a:extLst>
                <a:ext uri="{FF2B5EF4-FFF2-40B4-BE49-F238E27FC236}">
                  <a16:creationId xmlns:a16="http://schemas.microsoft.com/office/drawing/2014/main" id="{8C797632-21D2-48C3-0385-DCF2E078DC30}"/>
                </a:ext>
              </a:extLst>
            </p:cNvPr>
            <p:cNvSpPr>
              <a:spLocks noChangeArrowheads="1"/>
            </p:cNvSpPr>
            <p:nvPr/>
          </p:nvSpPr>
          <p:spPr bwMode="auto">
            <a:xfrm>
              <a:off x="3048000" y="18573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10" name="Oval 11">
              <a:extLst>
                <a:ext uri="{FF2B5EF4-FFF2-40B4-BE49-F238E27FC236}">
                  <a16:creationId xmlns:a16="http://schemas.microsoft.com/office/drawing/2014/main" id="{C6A0FA0D-879D-7DC0-FFC0-6B000C6C9211}"/>
                </a:ext>
              </a:extLst>
            </p:cNvPr>
            <p:cNvSpPr>
              <a:spLocks noChangeArrowheads="1"/>
            </p:cNvSpPr>
            <p:nvPr/>
          </p:nvSpPr>
          <p:spPr bwMode="auto">
            <a:xfrm>
              <a:off x="3124200" y="1933545"/>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11" name="Rectangle 12">
              <a:extLst>
                <a:ext uri="{FF2B5EF4-FFF2-40B4-BE49-F238E27FC236}">
                  <a16:creationId xmlns:a16="http://schemas.microsoft.com/office/drawing/2014/main" id="{AF746029-A9F5-E09E-B291-E91560DFF6EE}"/>
                </a:ext>
              </a:extLst>
            </p:cNvPr>
            <p:cNvSpPr>
              <a:spLocks noChangeArrowheads="1"/>
            </p:cNvSpPr>
            <p:nvPr/>
          </p:nvSpPr>
          <p:spPr bwMode="auto">
            <a:xfrm>
              <a:off x="3048000" y="20859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12" name="Oval 13">
              <a:extLst>
                <a:ext uri="{FF2B5EF4-FFF2-40B4-BE49-F238E27FC236}">
                  <a16:creationId xmlns:a16="http://schemas.microsoft.com/office/drawing/2014/main" id="{E78C8D0C-1E4B-A3F9-5953-E69DC51E6D17}"/>
                </a:ext>
              </a:extLst>
            </p:cNvPr>
            <p:cNvSpPr>
              <a:spLocks noChangeArrowheads="1"/>
            </p:cNvSpPr>
            <p:nvPr/>
          </p:nvSpPr>
          <p:spPr bwMode="auto">
            <a:xfrm>
              <a:off x="3124200" y="2162145"/>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13" name="Rectangle 14">
              <a:extLst>
                <a:ext uri="{FF2B5EF4-FFF2-40B4-BE49-F238E27FC236}">
                  <a16:creationId xmlns:a16="http://schemas.microsoft.com/office/drawing/2014/main" id="{0E517162-5345-A996-029D-E8924F1F54BF}"/>
                </a:ext>
              </a:extLst>
            </p:cNvPr>
            <p:cNvSpPr>
              <a:spLocks noChangeArrowheads="1"/>
            </p:cNvSpPr>
            <p:nvPr/>
          </p:nvSpPr>
          <p:spPr bwMode="auto">
            <a:xfrm>
              <a:off x="3048000" y="23145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14" name="Rectangle 16">
              <a:extLst>
                <a:ext uri="{FF2B5EF4-FFF2-40B4-BE49-F238E27FC236}">
                  <a16:creationId xmlns:a16="http://schemas.microsoft.com/office/drawing/2014/main" id="{DE039498-9F67-E704-BAD7-509BF76BF841}"/>
                </a:ext>
              </a:extLst>
            </p:cNvPr>
            <p:cNvSpPr>
              <a:spLocks noChangeArrowheads="1"/>
            </p:cNvSpPr>
            <p:nvPr/>
          </p:nvSpPr>
          <p:spPr bwMode="auto">
            <a:xfrm>
              <a:off x="3048000" y="26955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15" name="Text Box 17">
              <a:extLst>
                <a:ext uri="{FF2B5EF4-FFF2-40B4-BE49-F238E27FC236}">
                  <a16:creationId xmlns:a16="http://schemas.microsoft.com/office/drawing/2014/main" id="{3B19923C-8753-6334-8772-7FB7077DECF3}"/>
                </a:ext>
              </a:extLst>
            </p:cNvPr>
            <p:cNvSpPr txBox="1">
              <a:spLocks noChangeArrowheads="1"/>
            </p:cNvSpPr>
            <p:nvPr/>
          </p:nvSpPr>
          <p:spPr bwMode="auto">
            <a:xfrm>
              <a:off x="2971800" y="2466945"/>
              <a:ext cx="3365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Times New Roman" panose="02020603050405020304" pitchFamily="18" charset="0"/>
                  <a:ea typeface="굴림" panose="020B0600000101010101" pitchFamily="50" charset="-127"/>
                </a:rPr>
                <a:t>…</a:t>
              </a:r>
            </a:p>
          </p:txBody>
        </p:sp>
        <p:sp>
          <p:nvSpPr>
            <p:cNvPr id="16" name="Text Box 18">
              <a:extLst>
                <a:ext uri="{FF2B5EF4-FFF2-40B4-BE49-F238E27FC236}">
                  <a16:creationId xmlns:a16="http://schemas.microsoft.com/office/drawing/2014/main" id="{7D88DAA2-98EF-7985-8862-87218BBCED09}"/>
                </a:ext>
              </a:extLst>
            </p:cNvPr>
            <p:cNvSpPr txBox="1">
              <a:spLocks noChangeArrowheads="1"/>
            </p:cNvSpPr>
            <p:nvPr/>
          </p:nvSpPr>
          <p:spPr bwMode="auto">
            <a:xfrm>
              <a:off x="1219200" y="1704945"/>
              <a:ext cx="11874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algn="just" eaLnBrk="1" latinLnBrk="0" hangingPunct="1">
                <a:spcBef>
                  <a:spcPct val="0"/>
                </a:spcBef>
                <a:buFontTx/>
                <a:buNone/>
              </a:pPr>
              <a:r>
                <a:rPr lang="en-US" altLang="ko-KR" sz="1800" b="0" dirty="0">
                  <a:latin typeface="Helvetica" panose="020B0604020202020204" pitchFamily="34" charset="0"/>
                  <a:ea typeface="굴림" panose="020B0600000101010101" pitchFamily="50" charset="-127"/>
                </a:rPr>
                <a:t>File</a:t>
              </a:r>
            </a:p>
            <a:p>
              <a:pPr algn="just" eaLnBrk="1" latinLnBrk="0" hangingPunct="1">
                <a:spcBef>
                  <a:spcPct val="0"/>
                </a:spcBef>
                <a:buFontTx/>
                <a:buNone/>
              </a:pPr>
              <a:r>
                <a:rPr lang="en-US" altLang="ko-KR" sz="1800" b="0" dirty="0">
                  <a:latin typeface="Helvetica" panose="020B0604020202020204" pitchFamily="34" charset="0"/>
                  <a:ea typeface="굴림" panose="020B0600000101010101" pitchFamily="50" charset="-127"/>
                </a:rPr>
                <a:t>descriptor</a:t>
              </a:r>
            </a:p>
            <a:p>
              <a:pPr algn="just" eaLnBrk="1" latinLnBrk="0" hangingPunct="1">
                <a:spcBef>
                  <a:spcPct val="0"/>
                </a:spcBef>
                <a:buFontTx/>
                <a:buNone/>
              </a:pPr>
              <a:r>
                <a:rPr lang="en-US" altLang="ko-KR" sz="1800" b="0" dirty="0">
                  <a:latin typeface="Helvetica" panose="020B0604020202020204" pitchFamily="34" charset="0"/>
                  <a:ea typeface="굴림" panose="020B0600000101010101" pitchFamily="50" charset="-127"/>
                </a:rPr>
                <a:t>table</a:t>
              </a:r>
            </a:p>
          </p:txBody>
        </p:sp>
        <p:sp>
          <p:nvSpPr>
            <p:cNvPr id="17" name="Rectangle 19">
              <a:extLst>
                <a:ext uri="{FF2B5EF4-FFF2-40B4-BE49-F238E27FC236}">
                  <a16:creationId xmlns:a16="http://schemas.microsoft.com/office/drawing/2014/main" id="{A0ABB3FD-5B48-05E1-EB34-D23D1C2089F7}"/>
                </a:ext>
              </a:extLst>
            </p:cNvPr>
            <p:cNvSpPr>
              <a:spLocks noChangeArrowheads="1"/>
            </p:cNvSpPr>
            <p:nvPr/>
          </p:nvSpPr>
          <p:spPr bwMode="auto">
            <a:xfrm>
              <a:off x="5638800" y="16287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18" name="Oval 20">
              <a:extLst>
                <a:ext uri="{FF2B5EF4-FFF2-40B4-BE49-F238E27FC236}">
                  <a16:creationId xmlns:a16="http://schemas.microsoft.com/office/drawing/2014/main" id="{4628E559-812E-89D8-FF0B-3DB41933C7B6}"/>
                </a:ext>
              </a:extLst>
            </p:cNvPr>
            <p:cNvSpPr>
              <a:spLocks noChangeArrowheads="1"/>
            </p:cNvSpPr>
            <p:nvPr/>
          </p:nvSpPr>
          <p:spPr bwMode="auto">
            <a:xfrm>
              <a:off x="5715000" y="1704945"/>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19" name="Rectangle 21">
              <a:extLst>
                <a:ext uri="{FF2B5EF4-FFF2-40B4-BE49-F238E27FC236}">
                  <a16:creationId xmlns:a16="http://schemas.microsoft.com/office/drawing/2014/main" id="{DAB8A6EA-7244-42B7-14BC-9A20DB458CBD}"/>
                </a:ext>
              </a:extLst>
            </p:cNvPr>
            <p:cNvSpPr>
              <a:spLocks noChangeArrowheads="1"/>
            </p:cNvSpPr>
            <p:nvPr/>
          </p:nvSpPr>
          <p:spPr bwMode="auto">
            <a:xfrm>
              <a:off x="5638800" y="18573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20" name="Rectangle 23">
              <a:extLst>
                <a:ext uri="{FF2B5EF4-FFF2-40B4-BE49-F238E27FC236}">
                  <a16:creationId xmlns:a16="http://schemas.microsoft.com/office/drawing/2014/main" id="{8F450796-6ED1-5461-3F6A-F7FAAEA7C2E5}"/>
                </a:ext>
              </a:extLst>
            </p:cNvPr>
            <p:cNvSpPr>
              <a:spLocks noChangeArrowheads="1"/>
            </p:cNvSpPr>
            <p:nvPr/>
          </p:nvSpPr>
          <p:spPr bwMode="auto">
            <a:xfrm>
              <a:off x="5638800" y="20859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21" name="Oval 24">
              <a:extLst>
                <a:ext uri="{FF2B5EF4-FFF2-40B4-BE49-F238E27FC236}">
                  <a16:creationId xmlns:a16="http://schemas.microsoft.com/office/drawing/2014/main" id="{529A3BAF-9A7F-28DD-C72A-05A1A610D501}"/>
                </a:ext>
              </a:extLst>
            </p:cNvPr>
            <p:cNvSpPr>
              <a:spLocks noChangeArrowheads="1"/>
            </p:cNvSpPr>
            <p:nvPr/>
          </p:nvSpPr>
          <p:spPr bwMode="auto">
            <a:xfrm>
              <a:off x="5715000" y="2162145"/>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22" name="Rectangle 25">
              <a:extLst>
                <a:ext uri="{FF2B5EF4-FFF2-40B4-BE49-F238E27FC236}">
                  <a16:creationId xmlns:a16="http://schemas.microsoft.com/office/drawing/2014/main" id="{5B130FBA-28D7-F5BE-AB96-CEE889F43DC3}"/>
                </a:ext>
              </a:extLst>
            </p:cNvPr>
            <p:cNvSpPr>
              <a:spLocks noChangeArrowheads="1"/>
            </p:cNvSpPr>
            <p:nvPr/>
          </p:nvSpPr>
          <p:spPr bwMode="auto">
            <a:xfrm>
              <a:off x="5638800" y="23145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23" name="Rectangle 26">
              <a:extLst>
                <a:ext uri="{FF2B5EF4-FFF2-40B4-BE49-F238E27FC236}">
                  <a16:creationId xmlns:a16="http://schemas.microsoft.com/office/drawing/2014/main" id="{D9A430F7-7A98-4AAB-CB9F-DC4DE68175DA}"/>
                </a:ext>
              </a:extLst>
            </p:cNvPr>
            <p:cNvSpPr>
              <a:spLocks noChangeArrowheads="1"/>
            </p:cNvSpPr>
            <p:nvPr/>
          </p:nvSpPr>
          <p:spPr bwMode="auto">
            <a:xfrm>
              <a:off x="5638800" y="26955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24" name="Text Box 27">
              <a:extLst>
                <a:ext uri="{FF2B5EF4-FFF2-40B4-BE49-F238E27FC236}">
                  <a16:creationId xmlns:a16="http://schemas.microsoft.com/office/drawing/2014/main" id="{0AE650EA-9B68-ED8C-6481-F10737348422}"/>
                </a:ext>
              </a:extLst>
            </p:cNvPr>
            <p:cNvSpPr txBox="1">
              <a:spLocks noChangeArrowheads="1"/>
            </p:cNvSpPr>
            <p:nvPr/>
          </p:nvSpPr>
          <p:spPr bwMode="auto">
            <a:xfrm>
              <a:off x="5562600" y="2466945"/>
              <a:ext cx="3365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dirty="0">
                  <a:latin typeface="Times New Roman" panose="02020603050405020304" pitchFamily="18" charset="0"/>
                  <a:ea typeface="굴림" panose="020B0600000101010101" pitchFamily="50" charset="-127"/>
                </a:rPr>
                <a:t>…</a:t>
              </a:r>
            </a:p>
          </p:txBody>
        </p:sp>
        <p:sp>
          <p:nvSpPr>
            <p:cNvPr id="25" name="Text Box 28">
              <a:extLst>
                <a:ext uri="{FF2B5EF4-FFF2-40B4-BE49-F238E27FC236}">
                  <a16:creationId xmlns:a16="http://schemas.microsoft.com/office/drawing/2014/main" id="{DBF46B69-FE95-3CD9-68A0-1A5D91BF9B29}"/>
                </a:ext>
              </a:extLst>
            </p:cNvPr>
            <p:cNvSpPr txBox="1">
              <a:spLocks noChangeArrowheads="1"/>
            </p:cNvSpPr>
            <p:nvPr/>
          </p:nvSpPr>
          <p:spPr bwMode="auto">
            <a:xfrm>
              <a:off x="6705600" y="1704945"/>
              <a:ext cx="11874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algn="just" eaLnBrk="1" latinLnBrk="0" hangingPunct="1">
                <a:spcBef>
                  <a:spcPct val="0"/>
                </a:spcBef>
                <a:buFontTx/>
                <a:buNone/>
              </a:pPr>
              <a:r>
                <a:rPr lang="en-US" altLang="ko-KR" sz="1800" b="0">
                  <a:latin typeface="Helvetica" panose="020B0604020202020204" pitchFamily="34" charset="0"/>
                  <a:ea typeface="굴림" panose="020B0600000101010101" pitchFamily="50" charset="-127"/>
                </a:rPr>
                <a:t>File</a:t>
              </a:r>
            </a:p>
            <a:p>
              <a:pPr algn="just" eaLnBrk="1" latinLnBrk="0" hangingPunct="1">
                <a:spcBef>
                  <a:spcPct val="0"/>
                </a:spcBef>
                <a:buFontTx/>
                <a:buNone/>
              </a:pPr>
              <a:r>
                <a:rPr lang="en-US" altLang="ko-KR" sz="1800" b="0">
                  <a:latin typeface="Helvetica" panose="020B0604020202020204" pitchFamily="34" charset="0"/>
                  <a:ea typeface="굴림" panose="020B0600000101010101" pitchFamily="50" charset="-127"/>
                </a:rPr>
                <a:t>descriptor</a:t>
              </a:r>
            </a:p>
            <a:p>
              <a:pPr algn="just" eaLnBrk="1" latinLnBrk="0" hangingPunct="1">
                <a:spcBef>
                  <a:spcPct val="0"/>
                </a:spcBef>
                <a:buFontTx/>
                <a:buNone/>
              </a:pPr>
              <a:r>
                <a:rPr lang="en-US" altLang="ko-KR" sz="1800" b="0">
                  <a:latin typeface="Helvetica" panose="020B0604020202020204" pitchFamily="34" charset="0"/>
                  <a:ea typeface="굴림" panose="020B0600000101010101" pitchFamily="50" charset="-127"/>
                </a:rPr>
                <a:t>table</a:t>
              </a:r>
            </a:p>
          </p:txBody>
        </p:sp>
        <p:sp>
          <p:nvSpPr>
            <p:cNvPr id="26" name="Text Box 37">
              <a:extLst>
                <a:ext uri="{FF2B5EF4-FFF2-40B4-BE49-F238E27FC236}">
                  <a16:creationId xmlns:a16="http://schemas.microsoft.com/office/drawing/2014/main" id="{8F7D115B-A614-11F2-7F48-E0B8FC56A26B}"/>
                </a:ext>
              </a:extLst>
            </p:cNvPr>
            <p:cNvSpPr txBox="1">
              <a:spLocks noChangeArrowheads="1"/>
            </p:cNvSpPr>
            <p:nvPr/>
          </p:nvSpPr>
          <p:spPr bwMode="auto">
            <a:xfrm>
              <a:off x="2743200" y="1628745"/>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0</a:t>
              </a:r>
            </a:p>
          </p:txBody>
        </p:sp>
        <p:sp>
          <p:nvSpPr>
            <p:cNvPr id="27" name="Text Box 38">
              <a:extLst>
                <a:ext uri="{FF2B5EF4-FFF2-40B4-BE49-F238E27FC236}">
                  <a16:creationId xmlns:a16="http://schemas.microsoft.com/office/drawing/2014/main" id="{007B81D6-CE76-60A5-9DDD-261DD889C917}"/>
                </a:ext>
              </a:extLst>
            </p:cNvPr>
            <p:cNvSpPr txBox="1">
              <a:spLocks noChangeArrowheads="1"/>
            </p:cNvSpPr>
            <p:nvPr/>
          </p:nvSpPr>
          <p:spPr bwMode="auto">
            <a:xfrm>
              <a:off x="2743200" y="1857345"/>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1</a:t>
              </a:r>
            </a:p>
          </p:txBody>
        </p:sp>
        <p:sp>
          <p:nvSpPr>
            <p:cNvPr id="28" name="Text Box 39">
              <a:extLst>
                <a:ext uri="{FF2B5EF4-FFF2-40B4-BE49-F238E27FC236}">
                  <a16:creationId xmlns:a16="http://schemas.microsoft.com/office/drawing/2014/main" id="{F5A18548-83BF-0798-E148-311E3065A9B9}"/>
                </a:ext>
              </a:extLst>
            </p:cNvPr>
            <p:cNvSpPr txBox="1">
              <a:spLocks noChangeArrowheads="1"/>
            </p:cNvSpPr>
            <p:nvPr/>
          </p:nvSpPr>
          <p:spPr bwMode="auto">
            <a:xfrm>
              <a:off x="2743200" y="2085945"/>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2</a:t>
              </a:r>
            </a:p>
          </p:txBody>
        </p:sp>
        <p:sp>
          <p:nvSpPr>
            <p:cNvPr id="29" name="Text Box 40">
              <a:extLst>
                <a:ext uri="{FF2B5EF4-FFF2-40B4-BE49-F238E27FC236}">
                  <a16:creationId xmlns:a16="http://schemas.microsoft.com/office/drawing/2014/main" id="{9534DF1B-519D-F6B0-04CF-B5AA59A4A971}"/>
                </a:ext>
              </a:extLst>
            </p:cNvPr>
            <p:cNvSpPr txBox="1">
              <a:spLocks noChangeArrowheads="1"/>
            </p:cNvSpPr>
            <p:nvPr/>
          </p:nvSpPr>
          <p:spPr bwMode="auto">
            <a:xfrm>
              <a:off x="2743200" y="2314545"/>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3</a:t>
              </a:r>
            </a:p>
          </p:txBody>
        </p:sp>
        <p:sp>
          <p:nvSpPr>
            <p:cNvPr id="30" name="Text Box 41">
              <a:extLst>
                <a:ext uri="{FF2B5EF4-FFF2-40B4-BE49-F238E27FC236}">
                  <a16:creationId xmlns:a16="http://schemas.microsoft.com/office/drawing/2014/main" id="{0D269AFE-ABC8-E0B4-ECF0-52FEABFD7076}"/>
                </a:ext>
              </a:extLst>
            </p:cNvPr>
            <p:cNvSpPr txBox="1">
              <a:spLocks noChangeArrowheads="1"/>
            </p:cNvSpPr>
            <p:nvPr/>
          </p:nvSpPr>
          <p:spPr bwMode="auto">
            <a:xfrm>
              <a:off x="5867400" y="1628745"/>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0</a:t>
              </a:r>
            </a:p>
          </p:txBody>
        </p:sp>
        <p:sp>
          <p:nvSpPr>
            <p:cNvPr id="31" name="Text Box 42">
              <a:extLst>
                <a:ext uri="{FF2B5EF4-FFF2-40B4-BE49-F238E27FC236}">
                  <a16:creationId xmlns:a16="http://schemas.microsoft.com/office/drawing/2014/main" id="{C8AB6F40-5083-D294-71B3-7A26A999A681}"/>
                </a:ext>
              </a:extLst>
            </p:cNvPr>
            <p:cNvSpPr txBox="1">
              <a:spLocks noChangeArrowheads="1"/>
            </p:cNvSpPr>
            <p:nvPr/>
          </p:nvSpPr>
          <p:spPr bwMode="auto">
            <a:xfrm>
              <a:off x="5867400" y="1857345"/>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1</a:t>
              </a:r>
            </a:p>
          </p:txBody>
        </p:sp>
        <p:sp>
          <p:nvSpPr>
            <p:cNvPr id="32" name="Text Box 43">
              <a:extLst>
                <a:ext uri="{FF2B5EF4-FFF2-40B4-BE49-F238E27FC236}">
                  <a16:creationId xmlns:a16="http://schemas.microsoft.com/office/drawing/2014/main" id="{71C4AFF9-C2A0-2784-BA88-3E37B9BA1E7D}"/>
                </a:ext>
              </a:extLst>
            </p:cNvPr>
            <p:cNvSpPr txBox="1">
              <a:spLocks noChangeArrowheads="1"/>
            </p:cNvSpPr>
            <p:nvPr/>
          </p:nvSpPr>
          <p:spPr bwMode="auto">
            <a:xfrm>
              <a:off x="5867400" y="2085945"/>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2</a:t>
              </a:r>
            </a:p>
          </p:txBody>
        </p:sp>
        <p:sp>
          <p:nvSpPr>
            <p:cNvPr id="33" name="Text Box 44">
              <a:extLst>
                <a:ext uri="{FF2B5EF4-FFF2-40B4-BE49-F238E27FC236}">
                  <a16:creationId xmlns:a16="http://schemas.microsoft.com/office/drawing/2014/main" id="{84F9EB98-6C01-ABF0-C18C-64028AC90D12}"/>
                </a:ext>
              </a:extLst>
            </p:cNvPr>
            <p:cNvSpPr txBox="1">
              <a:spLocks noChangeArrowheads="1"/>
            </p:cNvSpPr>
            <p:nvPr/>
          </p:nvSpPr>
          <p:spPr bwMode="auto">
            <a:xfrm>
              <a:off x="5867400" y="2314545"/>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3</a:t>
              </a:r>
            </a:p>
          </p:txBody>
        </p:sp>
        <p:sp>
          <p:nvSpPr>
            <p:cNvPr id="35" name="Oval 38">
              <a:extLst>
                <a:ext uri="{FF2B5EF4-FFF2-40B4-BE49-F238E27FC236}">
                  <a16:creationId xmlns:a16="http://schemas.microsoft.com/office/drawing/2014/main" id="{5C4ECB63-BADE-F502-9F37-524C9EC40F23}"/>
                </a:ext>
              </a:extLst>
            </p:cNvPr>
            <p:cNvSpPr>
              <a:spLocks noChangeArrowheads="1"/>
            </p:cNvSpPr>
            <p:nvPr/>
          </p:nvSpPr>
          <p:spPr bwMode="auto">
            <a:xfrm>
              <a:off x="5715000" y="1930402"/>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cxnSp>
          <p:nvCxnSpPr>
            <p:cNvPr id="36" name="연결선: 꺾임 35">
              <a:extLst>
                <a:ext uri="{FF2B5EF4-FFF2-40B4-BE49-F238E27FC236}">
                  <a16:creationId xmlns:a16="http://schemas.microsoft.com/office/drawing/2014/main" id="{4F857B13-BDA0-D39D-89EB-2304DC010CB2}"/>
                </a:ext>
              </a:extLst>
            </p:cNvPr>
            <p:cNvCxnSpPr/>
            <p:nvPr/>
          </p:nvCxnSpPr>
          <p:spPr>
            <a:xfrm rot="5400000" flipH="1" flipV="1">
              <a:off x="3576778" y="1216459"/>
              <a:ext cx="111592" cy="886666"/>
            </a:xfrm>
            <a:prstGeom prst="bentConnector5">
              <a:avLst>
                <a:gd name="adj1" fmla="val -31516"/>
                <a:gd name="adj2" fmla="val 39931"/>
                <a:gd name="adj3" fmla="val -33943"/>
              </a:avLst>
            </a:prstGeom>
            <a:noFill/>
            <a:ln w="12700" cap="flat" cmpd="sng" algn="ctr">
              <a:solidFill>
                <a:sysClr val="windowText" lastClr="000000"/>
              </a:solidFill>
              <a:prstDash val="solid"/>
              <a:miter lim="800000"/>
              <a:tailEnd type="triangle"/>
            </a:ln>
            <a:effectLst/>
          </p:spPr>
        </p:cxnSp>
        <p:cxnSp>
          <p:nvCxnSpPr>
            <p:cNvPr id="37" name="연결선: 꺾임 36">
              <a:extLst>
                <a:ext uri="{FF2B5EF4-FFF2-40B4-BE49-F238E27FC236}">
                  <a16:creationId xmlns:a16="http://schemas.microsoft.com/office/drawing/2014/main" id="{910D6DB3-9F81-D95F-52D3-BAB098A49764}"/>
                </a:ext>
              </a:extLst>
            </p:cNvPr>
            <p:cNvCxnSpPr>
              <a:cxnSpLocks/>
            </p:cNvCxnSpPr>
            <p:nvPr/>
          </p:nvCxnSpPr>
          <p:spPr>
            <a:xfrm flipV="1">
              <a:off x="3189241" y="1679239"/>
              <a:ext cx="1021557" cy="274194"/>
            </a:xfrm>
            <a:prstGeom prst="bentConnector3">
              <a:avLst>
                <a:gd name="adj1" fmla="val 99919"/>
              </a:avLst>
            </a:prstGeom>
            <a:noFill/>
            <a:ln w="12700" cap="flat" cmpd="sng" algn="ctr">
              <a:solidFill>
                <a:sysClr val="windowText" lastClr="000000"/>
              </a:solidFill>
              <a:prstDash val="solid"/>
              <a:miter lim="800000"/>
              <a:tailEnd type="triangle"/>
            </a:ln>
            <a:effectLst/>
          </p:spPr>
        </p:cxnSp>
        <p:cxnSp>
          <p:nvCxnSpPr>
            <p:cNvPr id="38" name="연결선: 꺾임 37">
              <a:extLst>
                <a:ext uri="{FF2B5EF4-FFF2-40B4-BE49-F238E27FC236}">
                  <a16:creationId xmlns:a16="http://schemas.microsoft.com/office/drawing/2014/main" id="{0DCA0BB8-FD26-73C1-DC3F-57BBD6A7C108}"/>
                </a:ext>
              </a:extLst>
            </p:cNvPr>
            <p:cNvCxnSpPr>
              <a:cxnSpLocks/>
            </p:cNvCxnSpPr>
            <p:nvPr/>
          </p:nvCxnSpPr>
          <p:spPr>
            <a:xfrm flipV="1">
              <a:off x="3189241" y="1719732"/>
              <a:ext cx="1156448" cy="479997"/>
            </a:xfrm>
            <a:prstGeom prst="bentConnector3">
              <a:avLst>
                <a:gd name="adj1" fmla="val 100179"/>
              </a:avLst>
            </a:prstGeom>
            <a:noFill/>
            <a:ln w="12700" cap="flat" cmpd="sng" algn="ctr">
              <a:solidFill>
                <a:sysClr val="windowText" lastClr="000000"/>
              </a:solidFill>
              <a:prstDash val="solid"/>
              <a:miter lim="800000"/>
              <a:tailEnd type="triangle"/>
            </a:ln>
            <a:effectLst/>
          </p:spPr>
        </p:cxnSp>
        <p:cxnSp>
          <p:nvCxnSpPr>
            <p:cNvPr id="39" name="연결선: 꺾임 38">
              <a:extLst>
                <a:ext uri="{FF2B5EF4-FFF2-40B4-BE49-F238E27FC236}">
                  <a16:creationId xmlns:a16="http://schemas.microsoft.com/office/drawing/2014/main" id="{975DD516-D5C8-2E9F-BDBD-0542B9907914}"/>
                </a:ext>
              </a:extLst>
            </p:cNvPr>
            <p:cNvCxnSpPr>
              <a:cxnSpLocks/>
            </p:cNvCxnSpPr>
            <p:nvPr/>
          </p:nvCxnSpPr>
          <p:spPr>
            <a:xfrm rot="10800000">
              <a:off x="4737848" y="1715589"/>
              <a:ext cx="977152" cy="484657"/>
            </a:xfrm>
            <a:prstGeom prst="bentConnector3">
              <a:avLst>
                <a:gd name="adj1" fmla="val 99488"/>
              </a:avLst>
            </a:prstGeom>
            <a:noFill/>
            <a:ln w="12700" cap="flat" cmpd="sng" algn="ctr">
              <a:solidFill>
                <a:sysClr val="windowText" lastClr="000000"/>
              </a:solidFill>
              <a:prstDash val="solid"/>
              <a:miter lim="800000"/>
              <a:tailEnd type="triangle"/>
            </a:ln>
            <a:effectLst/>
          </p:spPr>
        </p:cxnSp>
        <p:cxnSp>
          <p:nvCxnSpPr>
            <p:cNvPr id="40" name="연결선: 꺾임 39">
              <a:extLst>
                <a:ext uri="{FF2B5EF4-FFF2-40B4-BE49-F238E27FC236}">
                  <a16:creationId xmlns:a16="http://schemas.microsoft.com/office/drawing/2014/main" id="{44C1CED6-C274-A31E-E705-16BE974DEF2E}"/>
                </a:ext>
              </a:extLst>
            </p:cNvPr>
            <p:cNvCxnSpPr>
              <a:cxnSpLocks/>
            </p:cNvCxnSpPr>
            <p:nvPr/>
          </p:nvCxnSpPr>
          <p:spPr>
            <a:xfrm rot="10800000">
              <a:off x="5027614" y="1603999"/>
              <a:ext cx="687386" cy="139047"/>
            </a:xfrm>
            <a:prstGeom prst="bentConnector3">
              <a:avLst>
                <a:gd name="adj1" fmla="val 99885"/>
              </a:avLst>
            </a:prstGeom>
            <a:noFill/>
            <a:ln w="12700" cap="flat" cmpd="sng" algn="ctr">
              <a:solidFill>
                <a:sysClr val="windowText" lastClr="000000"/>
              </a:solidFill>
              <a:prstDash val="solid"/>
              <a:miter lim="800000"/>
              <a:tailEnd type="triangle"/>
            </a:ln>
            <a:effectLst/>
          </p:spPr>
        </p:cxnSp>
        <p:cxnSp>
          <p:nvCxnSpPr>
            <p:cNvPr id="42" name="연결선: 꺾임 41">
              <a:extLst>
                <a:ext uri="{FF2B5EF4-FFF2-40B4-BE49-F238E27FC236}">
                  <a16:creationId xmlns:a16="http://schemas.microsoft.com/office/drawing/2014/main" id="{66A6FABA-7586-8D78-5309-3D739044DB23}"/>
                </a:ext>
              </a:extLst>
            </p:cNvPr>
            <p:cNvCxnSpPr>
              <a:cxnSpLocks/>
              <a:stCxn id="35" idx="2"/>
            </p:cNvCxnSpPr>
            <p:nvPr/>
          </p:nvCxnSpPr>
          <p:spPr>
            <a:xfrm rot="10800000" flipV="1">
              <a:off x="4915694" y="1968502"/>
              <a:ext cx="799307" cy="522646"/>
            </a:xfrm>
            <a:prstGeom prst="bentConnector2">
              <a:avLst/>
            </a:prstGeom>
            <a:noFill/>
            <a:ln w="12700" cap="flat" cmpd="sng" algn="ctr">
              <a:solidFill>
                <a:sysClr val="windowText" lastClr="000000"/>
              </a:solidFill>
              <a:prstDash val="solid"/>
              <a:miter lim="800000"/>
              <a:tailEnd type="triangle"/>
            </a:ln>
            <a:effectLst/>
          </p:spPr>
        </p:cxnSp>
        <p:sp>
          <p:nvSpPr>
            <p:cNvPr id="84" name="Oval 35">
              <a:extLst>
                <a:ext uri="{FF2B5EF4-FFF2-40B4-BE49-F238E27FC236}">
                  <a16:creationId xmlns:a16="http://schemas.microsoft.com/office/drawing/2014/main" id="{212B0D8F-9D7A-5F6D-C2BB-1423601DDBCA}"/>
                </a:ext>
              </a:extLst>
            </p:cNvPr>
            <p:cNvSpPr>
              <a:spLocks noChangeArrowheads="1"/>
            </p:cNvSpPr>
            <p:nvPr/>
          </p:nvSpPr>
          <p:spPr bwMode="auto">
            <a:xfrm>
              <a:off x="3810000" y="2390715"/>
              <a:ext cx="1295400" cy="6858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algn="ctr" eaLnBrk="1" latinLnBrk="0" hangingPunct="1">
                <a:spcBef>
                  <a:spcPct val="0"/>
                </a:spcBef>
                <a:buFontTx/>
                <a:buNone/>
              </a:pPr>
              <a:r>
                <a:rPr lang="en-US" altLang="ko-KR" sz="1600" b="0" dirty="0" err="1">
                  <a:latin typeface="Courier New" panose="02070309020205020404" pitchFamily="49" charset="0"/>
                  <a:ea typeface="굴림" panose="020B0600000101010101" pitchFamily="50" charset="-127"/>
                  <a:cs typeface="Courier New" panose="02070309020205020404" pitchFamily="49" charset="0"/>
                </a:rPr>
                <a:t>somefile</a:t>
              </a:r>
              <a:endParaRPr lang="en-US" altLang="ko-KR" sz="1600" b="0" dirty="0">
                <a:latin typeface="Courier New" panose="02070309020205020404" pitchFamily="49" charset="0"/>
                <a:ea typeface="굴림" panose="020B0600000101010101" pitchFamily="50" charset="-127"/>
                <a:cs typeface="Courier New" panose="02070309020205020404" pitchFamily="49" charset="0"/>
              </a:endParaRPr>
            </a:p>
          </p:txBody>
        </p:sp>
        <p:sp>
          <p:nvSpPr>
            <p:cNvPr id="85" name="Oval 27">
              <a:extLst>
                <a:ext uri="{FF2B5EF4-FFF2-40B4-BE49-F238E27FC236}">
                  <a16:creationId xmlns:a16="http://schemas.microsoft.com/office/drawing/2014/main" id="{41E25894-D118-5F82-8947-99CDB5C66B88}"/>
                </a:ext>
              </a:extLst>
            </p:cNvPr>
            <p:cNvSpPr>
              <a:spLocks noChangeArrowheads="1"/>
            </p:cNvSpPr>
            <p:nvPr/>
          </p:nvSpPr>
          <p:spPr bwMode="auto">
            <a:xfrm>
              <a:off x="3886200" y="1018629"/>
              <a:ext cx="1295400" cy="6858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algn="ctr" eaLnBrk="1" latinLnBrk="0" hangingPunct="1">
                <a:spcBef>
                  <a:spcPct val="0"/>
                </a:spcBef>
                <a:buFontTx/>
                <a:buNone/>
              </a:pPr>
              <a:r>
                <a:rPr lang="en-US" altLang="ko-KR" sz="1600" b="0" dirty="0">
                  <a:latin typeface="Courier New" panose="02070309020205020404" pitchFamily="49" charset="0"/>
                  <a:ea typeface="굴림" panose="020B0600000101010101" pitchFamily="50" charset="-127"/>
                  <a:cs typeface="Courier New" panose="02070309020205020404" pitchFamily="49" charset="0"/>
                </a:rPr>
                <a:t>/dev/</a:t>
              </a:r>
              <a:r>
                <a:rPr lang="en-US" altLang="ko-KR" sz="1600" b="0" dirty="0" err="1">
                  <a:latin typeface="Courier New" panose="02070309020205020404" pitchFamily="49" charset="0"/>
                  <a:ea typeface="굴림" panose="020B0600000101010101" pitchFamily="50" charset="-127"/>
                  <a:cs typeface="Courier New" panose="02070309020205020404" pitchFamily="49" charset="0"/>
                </a:rPr>
                <a:t>tty</a:t>
              </a:r>
              <a:endParaRPr lang="en-US" altLang="ko-KR" sz="1600" b="0" dirty="0">
                <a:latin typeface="Courier New" panose="02070309020205020404" pitchFamily="49" charset="0"/>
                <a:ea typeface="굴림" panose="020B0600000101010101" pitchFamily="50" charset="-127"/>
                <a:cs typeface="Courier New" panose="02070309020205020404" pitchFamily="49" charset="0"/>
              </a:endParaRPr>
            </a:p>
          </p:txBody>
        </p:sp>
      </p:grpSp>
      <p:sp>
        <p:nvSpPr>
          <p:cNvPr id="45" name="TextBox 44">
            <a:extLst>
              <a:ext uri="{FF2B5EF4-FFF2-40B4-BE49-F238E27FC236}">
                <a16:creationId xmlns:a16="http://schemas.microsoft.com/office/drawing/2014/main" id="{DA7341E8-CD55-9F4A-04B6-151AFD0FADCB}"/>
              </a:ext>
            </a:extLst>
          </p:cNvPr>
          <p:cNvSpPr txBox="1"/>
          <p:nvPr/>
        </p:nvSpPr>
        <p:spPr>
          <a:xfrm>
            <a:off x="630475" y="2432992"/>
            <a:ext cx="3717684" cy="2862322"/>
          </a:xfrm>
          <a:prstGeom prst="rect">
            <a:avLst/>
          </a:prstGeom>
          <a:solidFill>
            <a:srgbClr val="FFFF66"/>
          </a:solidFill>
          <a:ln>
            <a:solidFill>
              <a:schemeClr val="tx1"/>
            </a:solidFill>
          </a:ln>
        </p:spPr>
        <p:txBody>
          <a:bodyPr wrap="none">
            <a:spAutoFit/>
          </a:bodyPr>
          <a:lstStyle/>
          <a:p>
            <a:pPr lvl="0">
              <a:defRPr/>
            </a:pPr>
            <a:r>
              <a:rPr lang="en-US" altLang="ko-KR" sz="1200" dirty="0" err="1">
                <a:latin typeface="Courier New"/>
                <a:ea typeface="맑은 고딕"/>
                <a:cs typeface="Courier New"/>
              </a:rPr>
              <a:t>pid</a:t>
            </a:r>
            <a:r>
              <a:rPr lang="en-US" altLang="ko-KR" sz="1200" dirty="0">
                <a:latin typeface="Courier New"/>
                <a:ea typeface="맑은 고딕"/>
                <a:cs typeface="Courier New"/>
              </a:rPr>
              <a:t> = fork();</a:t>
            </a:r>
            <a:endParaRPr lang="en-US" altLang="ko-KR" sz="1200" dirty="0">
              <a:solidFill>
                <a:schemeClr val="accent6"/>
              </a:solidFill>
              <a:latin typeface="Courier New"/>
              <a:ea typeface="맑은 고딕"/>
              <a:cs typeface="Courier New"/>
            </a:endParaRPr>
          </a:p>
          <a:p>
            <a:pPr lvl="0">
              <a:defRPr/>
            </a:pPr>
            <a:endParaRPr lang="en-US" altLang="ko-KR" sz="1200" dirty="0">
              <a:solidFill>
                <a:schemeClr val="accent6"/>
              </a:solidFill>
              <a:latin typeface="Courier New"/>
              <a:ea typeface="맑은 고딕"/>
              <a:cs typeface="Courier New"/>
            </a:endParaRPr>
          </a:p>
          <a:p>
            <a:pPr lvl="0">
              <a:defRPr/>
            </a:pPr>
            <a:r>
              <a:rPr lang="en-US" altLang="ko-KR" sz="1200" dirty="0">
                <a:solidFill>
                  <a:schemeClr val="accent6"/>
                </a:solidFill>
                <a:latin typeface="Courier New"/>
                <a:ea typeface="맑은 고딕"/>
                <a:cs typeface="Courier New"/>
              </a:rPr>
              <a:t>if</a:t>
            </a:r>
            <a:r>
              <a:rPr lang="en-US" altLang="ko-KR" sz="1200" dirty="0">
                <a:latin typeface="Courier New"/>
                <a:ea typeface="맑은 고딕"/>
                <a:cs typeface="Courier New"/>
              </a:rPr>
              <a:t> (</a:t>
            </a:r>
            <a:r>
              <a:rPr lang="en-US" altLang="ko-KR" sz="1200" dirty="0" err="1">
                <a:latin typeface="Courier New"/>
                <a:ea typeface="맑은 고딕"/>
                <a:cs typeface="Courier New"/>
              </a:rPr>
              <a:t>pid</a:t>
            </a:r>
            <a:r>
              <a:rPr lang="en-US" altLang="ko-KR" sz="1200" dirty="0">
                <a:latin typeface="Courier New"/>
                <a:ea typeface="맑은 고딕"/>
                <a:cs typeface="Courier New"/>
              </a:rPr>
              <a:t> == 0){</a:t>
            </a:r>
          </a:p>
          <a:p>
            <a:pPr lvl="0">
              <a:defRPr/>
            </a:pPr>
            <a:r>
              <a:rPr lang="en-US" altLang="ko-KR" sz="1200" dirty="0">
                <a:latin typeface="Courier New"/>
                <a:ea typeface="맑은 고딕"/>
                <a:cs typeface="Courier New"/>
              </a:rPr>
              <a:t>  /* Child process */</a:t>
            </a:r>
          </a:p>
          <a:p>
            <a:pPr lvl="0">
              <a:defRPr/>
            </a:pPr>
            <a:r>
              <a:rPr lang="en-US" altLang="ko-KR" sz="1200" dirty="0">
                <a:latin typeface="Courier New"/>
                <a:ea typeface="맑은 고딕"/>
                <a:cs typeface="Courier New"/>
              </a:rPr>
              <a:t>  </a:t>
            </a:r>
            <a:r>
              <a:rPr lang="en-US" altLang="ko-KR" sz="1200" dirty="0" err="1">
                <a:latin typeface="Courier New"/>
                <a:ea typeface="맑은 고딕"/>
                <a:cs typeface="Courier New"/>
              </a:rPr>
              <a:t>fd</a:t>
            </a:r>
            <a:r>
              <a:rPr lang="en-US" altLang="ko-KR" sz="1200" dirty="0">
                <a:latin typeface="Courier New"/>
                <a:ea typeface="맑은 고딕"/>
                <a:cs typeface="Courier New"/>
              </a:rPr>
              <a:t> = </a:t>
            </a:r>
            <a:r>
              <a:rPr lang="en-US" altLang="ko-KR" sz="1200" dirty="0" err="1">
                <a:latin typeface="Courier New"/>
                <a:ea typeface="맑은 고딕"/>
                <a:cs typeface="Courier New"/>
              </a:rPr>
              <a:t>creat</a:t>
            </a:r>
            <a:r>
              <a:rPr lang="en-US" altLang="ko-KR" sz="1200" dirty="0">
                <a:latin typeface="Courier New"/>
                <a:ea typeface="맑은 고딕"/>
                <a:cs typeface="Courier New"/>
              </a:rPr>
              <a:t>(“</a:t>
            </a:r>
            <a:r>
              <a:rPr lang="en-US" altLang="ko-KR" sz="1200" dirty="0" err="1">
                <a:latin typeface="Courier New"/>
                <a:ea typeface="맑은 고딕"/>
                <a:cs typeface="Courier New"/>
              </a:rPr>
              <a:t>somefile</a:t>
            </a:r>
            <a:r>
              <a:rPr lang="en-US" altLang="ko-KR" sz="1200" dirty="0">
                <a:latin typeface="Courier New"/>
                <a:ea typeface="맑은 고딕"/>
                <a:cs typeface="Courier New"/>
              </a:rPr>
              <a:t>”, 0640);</a:t>
            </a:r>
          </a:p>
          <a:p>
            <a:pPr lvl="0">
              <a:defRPr/>
            </a:pPr>
            <a:r>
              <a:rPr lang="en-US" altLang="ko-KR" sz="1200" dirty="0">
                <a:latin typeface="Courier New"/>
                <a:ea typeface="맑은 고딕"/>
                <a:cs typeface="Courier New"/>
              </a:rPr>
              <a:t>  dup2(</a:t>
            </a:r>
            <a:r>
              <a:rPr lang="en-US" altLang="ko-KR" sz="1200" dirty="0" err="1">
                <a:latin typeface="Courier New"/>
                <a:ea typeface="맑은 고딕"/>
                <a:cs typeface="Courier New"/>
              </a:rPr>
              <a:t>fd</a:t>
            </a:r>
            <a:r>
              <a:rPr lang="en-US" altLang="ko-KR" sz="1200" dirty="0">
                <a:latin typeface="Courier New"/>
                <a:ea typeface="맑은 고딕"/>
                <a:cs typeface="Courier New"/>
              </a:rPr>
              <a:t>, 1);</a:t>
            </a:r>
          </a:p>
          <a:p>
            <a:pPr lvl="0">
              <a:defRPr/>
            </a:pPr>
            <a:r>
              <a:rPr lang="en-US" altLang="ko-KR" sz="1200" dirty="0">
                <a:latin typeface="Courier New"/>
                <a:ea typeface="맑은 고딕"/>
                <a:cs typeface="Courier New"/>
              </a:rPr>
              <a:t>  close(</a:t>
            </a:r>
            <a:r>
              <a:rPr lang="en-US" altLang="ko-KR" sz="1200" dirty="0" err="1">
                <a:latin typeface="Courier New"/>
                <a:ea typeface="맑은 고딕"/>
                <a:cs typeface="Courier New"/>
              </a:rPr>
              <a:t>fd</a:t>
            </a:r>
            <a:r>
              <a:rPr lang="en-US" altLang="ko-KR" sz="1200" dirty="0">
                <a:latin typeface="Courier New"/>
                <a:ea typeface="맑은 고딕"/>
                <a:cs typeface="Courier New"/>
              </a:rPr>
              <a:t>);</a:t>
            </a:r>
          </a:p>
          <a:p>
            <a:pPr lvl="0">
              <a:defRPr/>
            </a:pPr>
            <a:r>
              <a:rPr lang="en-US" altLang="ko-KR" sz="1200" dirty="0">
                <a:latin typeface="Courier New"/>
                <a:ea typeface="맑은 고딕"/>
                <a:cs typeface="Courier New"/>
              </a:rPr>
              <a:t>  </a:t>
            </a:r>
            <a:r>
              <a:rPr lang="en-US" altLang="ko-KR" sz="1200" dirty="0" err="1">
                <a:latin typeface="Courier New"/>
                <a:ea typeface="맑은 고딕"/>
                <a:cs typeface="Courier New"/>
              </a:rPr>
              <a:t>execvp</a:t>
            </a:r>
            <a:r>
              <a:rPr lang="en-US" altLang="ko-KR" sz="1200" dirty="0">
                <a:latin typeface="Courier New"/>
                <a:ea typeface="맑은 고딕"/>
                <a:cs typeface="Courier New"/>
              </a:rPr>
              <a:t>(“</a:t>
            </a:r>
            <a:r>
              <a:rPr lang="en-US" altLang="ko-KR" sz="1200" dirty="0" err="1">
                <a:latin typeface="Courier New"/>
                <a:ea typeface="맑은 고딕"/>
                <a:cs typeface="Courier New"/>
              </a:rPr>
              <a:t>someprogram</a:t>
            </a:r>
            <a:r>
              <a:rPr lang="en-US" altLang="ko-KR" sz="1200" dirty="0">
                <a:latin typeface="Courier New"/>
                <a:ea typeface="맑은 고딕"/>
                <a:cs typeface="Courier New"/>
              </a:rPr>
              <a:t>”, </a:t>
            </a:r>
            <a:r>
              <a:rPr lang="en-US" altLang="ko-KR" sz="1200" dirty="0" err="1">
                <a:latin typeface="Courier New"/>
                <a:ea typeface="맑은 고딕"/>
                <a:cs typeface="Courier New"/>
              </a:rPr>
              <a:t>program_args</a:t>
            </a:r>
            <a:r>
              <a:rPr lang="en-US" altLang="ko-KR" sz="1200" dirty="0">
                <a:latin typeface="Courier New"/>
                <a:ea typeface="맑은 고딕"/>
                <a:cs typeface="Courier New"/>
              </a:rPr>
              <a:t>);</a:t>
            </a:r>
          </a:p>
          <a:p>
            <a:pPr lvl="0">
              <a:defRPr/>
            </a:pPr>
            <a:r>
              <a:rPr lang="en-US" altLang="ko-KR" sz="1200" dirty="0">
                <a:latin typeface="Courier New"/>
                <a:ea typeface="맑은 고딕"/>
                <a:cs typeface="Courier New"/>
              </a:rPr>
              <a:t>  </a:t>
            </a:r>
            <a:r>
              <a:rPr lang="en-US" altLang="ko-KR" sz="1200" dirty="0" err="1">
                <a:latin typeface="Courier New"/>
                <a:ea typeface="맑은 고딕"/>
                <a:cs typeface="Courier New"/>
              </a:rPr>
              <a:t>fprintf</a:t>
            </a:r>
            <a:r>
              <a:rPr lang="en-US" altLang="ko-KR" sz="1200" dirty="0">
                <a:latin typeface="Courier New"/>
                <a:ea typeface="맑은 고딕"/>
                <a:cs typeface="Courier New"/>
              </a:rPr>
              <a:t>(stderr, “exec failed\n”);</a:t>
            </a:r>
          </a:p>
          <a:p>
            <a:pPr lvl="0">
              <a:defRPr/>
            </a:pPr>
            <a:r>
              <a:rPr lang="en-US" altLang="ko-KR" sz="1200" dirty="0">
                <a:latin typeface="Courier New"/>
                <a:ea typeface="맑은 고딕"/>
                <a:cs typeface="Courier New"/>
              </a:rPr>
              <a:t>  exit(EXIT_FAILURE);</a:t>
            </a:r>
          </a:p>
          <a:p>
            <a:pPr lvl="0">
              <a:defRPr/>
            </a:pPr>
            <a:r>
              <a:rPr lang="en-US" altLang="ko-KR" sz="1200" dirty="0">
                <a:latin typeface="Courier New"/>
                <a:ea typeface="맑은 고딕"/>
                <a:cs typeface="Courier New"/>
              </a:rPr>
              <a:t>} </a:t>
            </a:r>
          </a:p>
          <a:p>
            <a:pPr lvl="0">
              <a:defRPr/>
            </a:pPr>
            <a:endParaRPr lang="en-US" altLang="ko-KR" sz="1200" dirty="0">
              <a:latin typeface="Courier New"/>
              <a:ea typeface="맑은 고딕"/>
              <a:cs typeface="Courier New"/>
            </a:endParaRPr>
          </a:p>
          <a:p>
            <a:pPr lvl="0">
              <a:defRPr/>
            </a:pPr>
            <a:r>
              <a:rPr lang="en-US" altLang="ko-KR" sz="1200" dirty="0">
                <a:latin typeface="Courier New"/>
                <a:ea typeface="맑은 고딕"/>
                <a:cs typeface="Courier New"/>
              </a:rPr>
              <a:t>/* Parent process */</a:t>
            </a:r>
          </a:p>
          <a:p>
            <a:pPr lvl="0">
              <a:defRPr/>
            </a:pPr>
            <a:r>
              <a:rPr lang="en-US" altLang="ko-KR" sz="1200" dirty="0" err="1">
                <a:latin typeface="Courier New"/>
                <a:ea typeface="맑은 고딕"/>
                <a:cs typeface="Courier New"/>
              </a:rPr>
              <a:t>pid</a:t>
            </a:r>
            <a:r>
              <a:rPr lang="en-US" altLang="ko-KR" sz="1200" dirty="0">
                <a:latin typeface="Courier New"/>
                <a:ea typeface="맑은 고딕"/>
                <a:cs typeface="Courier New"/>
              </a:rPr>
              <a:t> = wait(NULL);</a:t>
            </a:r>
          </a:p>
          <a:p>
            <a:pPr lvl="0">
              <a:defRPr/>
            </a:pPr>
            <a:endParaRPr lang="ko-KR" altLang="en-US" sz="1200" dirty="0">
              <a:latin typeface="Courier New"/>
              <a:ea typeface="맑은 고딕"/>
              <a:cs typeface="Courier New"/>
            </a:endParaRPr>
          </a:p>
        </p:txBody>
      </p:sp>
      <p:cxnSp>
        <p:nvCxnSpPr>
          <p:cNvPr id="46" name="직선 화살표 연결선 45">
            <a:extLst>
              <a:ext uri="{FF2B5EF4-FFF2-40B4-BE49-F238E27FC236}">
                <a16:creationId xmlns:a16="http://schemas.microsoft.com/office/drawing/2014/main" id="{CE4D8A8F-C5BB-145C-6868-AF7359D7ABB7}"/>
              </a:ext>
            </a:extLst>
          </p:cNvPr>
          <p:cNvCxnSpPr>
            <a:cxnSpLocks/>
          </p:cNvCxnSpPr>
          <p:nvPr/>
        </p:nvCxnSpPr>
        <p:spPr>
          <a:xfrm>
            <a:off x="75357" y="3663333"/>
            <a:ext cx="55511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Text Box 4">
            <a:extLst>
              <a:ext uri="{FF2B5EF4-FFF2-40B4-BE49-F238E27FC236}">
                <a16:creationId xmlns:a16="http://schemas.microsoft.com/office/drawing/2014/main" id="{1553E12E-7A23-4360-8E74-D6AEDA272366}"/>
              </a:ext>
            </a:extLst>
          </p:cNvPr>
          <p:cNvSpPr txBox="1">
            <a:spLocks noChangeArrowheads="1"/>
          </p:cNvSpPr>
          <p:nvPr/>
        </p:nvSpPr>
        <p:spPr bwMode="auto">
          <a:xfrm>
            <a:off x="7882164" y="5010827"/>
            <a:ext cx="97334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600" b="0" dirty="0">
                <a:latin typeface="Helvetica" panose="020B0604020202020204" pitchFamily="34" charset="0"/>
                <a:ea typeface="굴림" panose="020B0600000101010101" pitchFamily="50" charset="-127"/>
              </a:rPr>
              <a:t>0: stdin</a:t>
            </a:r>
          </a:p>
          <a:p>
            <a:pPr eaLnBrk="1" latinLnBrk="0" hangingPunct="1">
              <a:spcBef>
                <a:spcPct val="0"/>
              </a:spcBef>
              <a:buFontTx/>
              <a:buNone/>
            </a:pPr>
            <a:r>
              <a:rPr lang="en-US" altLang="ko-KR" sz="1600" dirty="0">
                <a:latin typeface="Helvetica" panose="020B0604020202020204" pitchFamily="34" charset="0"/>
                <a:ea typeface="굴림" panose="020B0600000101010101" pitchFamily="50" charset="-127"/>
              </a:rPr>
              <a:t>1: </a:t>
            </a:r>
            <a:r>
              <a:rPr lang="en-US" altLang="ko-KR" sz="1600" dirty="0" err="1">
                <a:latin typeface="Helvetica" panose="020B0604020202020204" pitchFamily="34" charset="0"/>
                <a:ea typeface="굴림" panose="020B0600000101010101" pitchFamily="50" charset="-127"/>
              </a:rPr>
              <a:t>stdout</a:t>
            </a:r>
            <a:endParaRPr lang="en-US" altLang="ko-KR" sz="1600" dirty="0">
              <a:latin typeface="Helvetica" panose="020B0604020202020204" pitchFamily="34" charset="0"/>
              <a:ea typeface="굴림" panose="020B0600000101010101" pitchFamily="50" charset="-127"/>
            </a:endParaRPr>
          </a:p>
          <a:p>
            <a:pPr eaLnBrk="1" latinLnBrk="0" hangingPunct="1">
              <a:spcBef>
                <a:spcPct val="0"/>
              </a:spcBef>
              <a:buFontTx/>
              <a:buNone/>
            </a:pPr>
            <a:r>
              <a:rPr lang="en-US" altLang="ko-KR" sz="1600" b="0" dirty="0">
                <a:latin typeface="Helvetica" panose="020B0604020202020204" pitchFamily="34" charset="0"/>
                <a:ea typeface="굴림" panose="020B0600000101010101" pitchFamily="50" charset="-127"/>
              </a:rPr>
              <a:t>2: stderr</a:t>
            </a:r>
          </a:p>
        </p:txBody>
      </p:sp>
    </p:spTree>
    <p:extLst>
      <p:ext uri="{BB962C8B-B14F-4D97-AF65-F5344CB8AC3E}">
        <p14:creationId xmlns:p14="http://schemas.microsoft.com/office/powerpoint/2010/main" val="28401795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0CE22-63A7-B340-D32A-C31CD02A23CE}"/>
            </a:ext>
          </a:extLst>
        </p:cNvPr>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58896AD1-9A8F-D758-C585-D09FE394EBE3}"/>
              </a:ext>
            </a:extLst>
          </p:cNvPr>
          <p:cNvSpPr>
            <a:spLocks noGrp="1"/>
          </p:cNvSpPr>
          <p:nvPr>
            <p:ph type="sldNum" sz="quarter" idx="12"/>
          </p:nvPr>
        </p:nvSpPr>
        <p:spPr/>
        <p:txBody>
          <a:bodyPr/>
          <a:lstStyle/>
          <a:p>
            <a:r>
              <a:rPr lang="en-US" altLang="ko-KR"/>
              <a:t>-</a:t>
            </a:r>
            <a:fld id="{3D16D23B-24D6-455E-BBD7-6975BEA16FD4}" type="slidenum">
              <a:rPr lang="ko-KR" altLang="en-US" smtClean="0"/>
              <a:pPr/>
              <a:t>22</a:t>
            </a:fld>
            <a:r>
              <a:rPr lang="en-US" altLang="ko-KR"/>
              <a:t>-</a:t>
            </a:r>
            <a:endParaRPr lang="ko-KR" altLang="en-US" dirty="0"/>
          </a:p>
        </p:txBody>
      </p:sp>
      <p:sp>
        <p:nvSpPr>
          <p:cNvPr id="3" name="제목 2">
            <a:extLst>
              <a:ext uri="{FF2B5EF4-FFF2-40B4-BE49-F238E27FC236}">
                <a16:creationId xmlns:a16="http://schemas.microsoft.com/office/drawing/2014/main" id="{9E9AB9D6-121A-CDE2-B069-AB4C38F81B19}"/>
              </a:ext>
            </a:extLst>
          </p:cNvPr>
          <p:cNvSpPr>
            <a:spLocks noGrp="1"/>
          </p:cNvSpPr>
          <p:nvPr>
            <p:ph type="title"/>
          </p:nvPr>
        </p:nvSpPr>
        <p:spPr/>
        <p:txBody>
          <a:bodyPr/>
          <a:lstStyle/>
          <a:p>
            <a:r>
              <a:rPr lang="en-US" altLang="ko-KR" dirty="0"/>
              <a:t>Simple Redirection Trace (5)</a:t>
            </a:r>
            <a:endParaRPr lang="ko-KR" altLang="en-US" dirty="0"/>
          </a:p>
        </p:txBody>
      </p:sp>
      <p:sp>
        <p:nvSpPr>
          <p:cNvPr id="4" name="텍스트 개체 틀 3">
            <a:extLst>
              <a:ext uri="{FF2B5EF4-FFF2-40B4-BE49-F238E27FC236}">
                <a16:creationId xmlns:a16="http://schemas.microsoft.com/office/drawing/2014/main" id="{9E96A331-B7D0-7D7D-DAAC-30F6566AD9F4}"/>
              </a:ext>
            </a:extLst>
          </p:cNvPr>
          <p:cNvSpPr>
            <a:spLocks noGrp="1"/>
          </p:cNvSpPr>
          <p:nvPr>
            <p:ph type="body" sz="quarter" idx="13"/>
          </p:nvPr>
        </p:nvSpPr>
        <p:spPr>
          <a:xfrm>
            <a:off x="350981" y="935230"/>
            <a:ext cx="11369963" cy="5140325"/>
          </a:xfrm>
        </p:spPr>
        <p:txBody>
          <a:bodyPr/>
          <a:lstStyle/>
          <a:p>
            <a:r>
              <a:rPr lang="en-US" altLang="ko-KR" dirty="0" err="1">
                <a:latin typeface="Courier New" panose="02070309020205020404" pitchFamily="49" charset="0"/>
                <a:cs typeface="Courier New" panose="02070309020205020404" pitchFamily="49" charset="0"/>
              </a:rPr>
              <a:t>someprogram</a:t>
            </a:r>
            <a:r>
              <a:rPr lang="en-US" altLang="ko-KR" dirty="0"/>
              <a:t> executes with </a:t>
            </a:r>
            <a:r>
              <a:rPr lang="en-US" altLang="ko-KR" dirty="0" err="1">
                <a:latin typeface="Courier New" panose="02070309020205020404" pitchFamily="49" charset="0"/>
                <a:cs typeface="Courier New" panose="02070309020205020404" pitchFamily="49" charset="0"/>
              </a:rPr>
              <a:t>stdout</a:t>
            </a:r>
            <a:r>
              <a:rPr lang="en-US" altLang="ko-KR" dirty="0"/>
              <a:t> redirected to </a:t>
            </a:r>
            <a:r>
              <a:rPr lang="en-US" altLang="ko-KR" dirty="0" err="1">
                <a:latin typeface="Courier New" panose="02070309020205020404" pitchFamily="49" charset="0"/>
                <a:cs typeface="Courier New" panose="02070309020205020404" pitchFamily="49" charset="0"/>
              </a:rPr>
              <a:t>somefile</a:t>
            </a:r>
            <a:endParaRPr lang="en-US" altLang="ko-KR" dirty="0">
              <a:latin typeface="Courier New" panose="02070309020205020404" pitchFamily="49" charset="0"/>
              <a:cs typeface="Courier New" panose="02070309020205020404" pitchFamily="49" charset="0"/>
            </a:endParaRPr>
          </a:p>
          <a:p>
            <a:endParaRPr lang="ko-KR" altLang="en-US" dirty="0"/>
          </a:p>
        </p:txBody>
      </p:sp>
      <p:grpSp>
        <p:nvGrpSpPr>
          <p:cNvPr id="86" name="그룹 85">
            <a:extLst>
              <a:ext uri="{FF2B5EF4-FFF2-40B4-BE49-F238E27FC236}">
                <a16:creationId xmlns:a16="http://schemas.microsoft.com/office/drawing/2014/main" id="{599CEDE4-B185-5252-62CB-1AC906A9AD1D}"/>
              </a:ext>
            </a:extLst>
          </p:cNvPr>
          <p:cNvGrpSpPr/>
          <p:nvPr/>
        </p:nvGrpSpPr>
        <p:grpSpPr>
          <a:xfrm>
            <a:off x="5047093" y="2742877"/>
            <a:ext cx="6673850" cy="2057886"/>
            <a:chOff x="1219200" y="1018629"/>
            <a:chExt cx="6673850" cy="2057886"/>
          </a:xfrm>
        </p:grpSpPr>
        <p:sp>
          <p:nvSpPr>
            <p:cNvPr id="5" name="Text Box 4">
              <a:extLst>
                <a:ext uri="{FF2B5EF4-FFF2-40B4-BE49-F238E27FC236}">
                  <a16:creationId xmlns:a16="http://schemas.microsoft.com/office/drawing/2014/main" id="{FE2C9012-9719-CB59-C2E1-BE14F881E75E}"/>
                </a:ext>
              </a:extLst>
            </p:cNvPr>
            <p:cNvSpPr txBox="1">
              <a:spLocks noChangeArrowheads="1"/>
            </p:cNvSpPr>
            <p:nvPr/>
          </p:nvSpPr>
          <p:spPr bwMode="auto">
            <a:xfrm>
              <a:off x="1232694" y="1019145"/>
              <a:ext cx="190789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2000" b="0" dirty="0">
                  <a:latin typeface="Helvetica" panose="020B0604020202020204" pitchFamily="34" charset="0"/>
                  <a:ea typeface="굴림" panose="020B0600000101010101" pitchFamily="50" charset="-127"/>
                </a:rPr>
                <a:t>Parent process</a:t>
              </a:r>
            </a:p>
          </p:txBody>
        </p:sp>
        <p:sp>
          <p:nvSpPr>
            <p:cNvPr id="6" name="Text Box 6">
              <a:extLst>
                <a:ext uri="{FF2B5EF4-FFF2-40B4-BE49-F238E27FC236}">
                  <a16:creationId xmlns:a16="http://schemas.microsoft.com/office/drawing/2014/main" id="{CC3A7987-9A57-9386-EB48-36412C27A84C}"/>
                </a:ext>
              </a:extLst>
            </p:cNvPr>
            <p:cNvSpPr txBox="1">
              <a:spLocks noChangeArrowheads="1"/>
            </p:cNvSpPr>
            <p:nvPr/>
          </p:nvSpPr>
          <p:spPr bwMode="auto">
            <a:xfrm>
              <a:off x="5559446" y="1019145"/>
              <a:ext cx="173957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2000" b="0" dirty="0">
                  <a:latin typeface="Helvetica" panose="020B0604020202020204" pitchFamily="34" charset="0"/>
                  <a:ea typeface="굴림" panose="020B0600000101010101" pitchFamily="50" charset="-127"/>
                </a:rPr>
                <a:t>Child process</a:t>
              </a:r>
            </a:p>
          </p:txBody>
        </p:sp>
        <p:sp>
          <p:nvSpPr>
            <p:cNvPr id="7" name="Rectangle 8">
              <a:extLst>
                <a:ext uri="{FF2B5EF4-FFF2-40B4-BE49-F238E27FC236}">
                  <a16:creationId xmlns:a16="http://schemas.microsoft.com/office/drawing/2014/main" id="{98BACB34-42F3-89EE-5B02-951BBCC8C392}"/>
                </a:ext>
              </a:extLst>
            </p:cNvPr>
            <p:cNvSpPr>
              <a:spLocks noChangeArrowheads="1"/>
            </p:cNvSpPr>
            <p:nvPr/>
          </p:nvSpPr>
          <p:spPr bwMode="auto">
            <a:xfrm>
              <a:off x="3048000" y="16287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8" name="Oval 9">
              <a:extLst>
                <a:ext uri="{FF2B5EF4-FFF2-40B4-BE49-F238E27FC236}">
                  <a16:creationId xmlns:a16="http://schemas.microsoft.com/office/drawing/2014/main" id="{D2024F17-3397-FFE6-27E5-6F5DCDC9A0E6}"/>
                </a:ext>
              </a:extLst>
            </p:cNvPr>
            <p:cNvSpPr>
              <a:spLocks noChangeArrowheads="1"/>
            </p:cNvSpPr>
            <p:nvPr/>
          </p:nvSpPr>
          <p:spPr bwMode="auto">
            <a:xfrm>
              <a:off x="3124200" y="1704945"/>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9" name="Rectangle 10">
              <a:extLst>
                <a:ext uri="{FF2B5EF4-FFF2-40B4-BE49-F238E27FC236}">
                  <a16:creationId xmlns:a16="http://schemas.microsoft.com/office/drawing/2014/main" id="{C61D784B-A8DF-9008-6AF2-A14A920B000F}"/>
                </a:ext>
              </a:extLst>
            </p:cNvPr>
            <p:cNvSpPr>
              <a:spLocks noChangeArrowheads="1"/>
            </p:cNvSpPr>
            <p:nvPr/>
          </p:nvSpPr>
          <p:spPr bwMode="auto">
            <a:xfrm>
              <a:off x="3048000" y="18573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10" name="Oval 11">
              <a:extLst>
                <a:ext uri="{FF2B5EF4-FFF2-40B4-BE49-F238E27FC236}">
                  <a16:creationId xmlns:a16="http://schemas.microsoft.com/office/drawing/2014/main" id="{247EE612-00F3-1A66-2D25-13AC74BBB0A4}"/>
                </a:ext>
              </a:extLst>
            </p:cNvPr>
            <p:cNvSpPr>
              <a:spLocks noChangeArrowheads="1"/>
            </p:cNvSpPr>
            <p:nvPr/>
          </p:nvSpPr>
          <p:spPr bwMode="auto">
            <a:xfrm>
              <a:off x="3124200" y="1933545"/>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11" name="Rectangle 12">
              <a:extLst>
                <a:ext uri="{FF2B5EF4-FFF2-40B4-BE49-F238E27FC236}">
                  <a16:creationId xmlns:a16="http://schemas.microsoft.com/office/drawing/2014/main" id="{765DE258-7987-43EB-E3DB-539B5C6B2713}"/>
                </a:ext>
              </a:extLst>
            </p:cNvPr>
            <p:cNvSpPr>
              <a:spLocks noChangeArrowheads="1"/>
            </p:cNvSpPr>
            <p:nvPr/>
          </p:nvSpPr>
          <p:spPr bwMode="auto">
            <a:xfrm>
              <a:off x="3048000" y="20859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12" name="Oval 13">
              <a:extLst>
                <a:ext uri="{FF2B5EF4-FFF2-40B4-BE49-F238E27FC236}">
                  <a16:creationId xmlns:a16="http://schemas.microsoft.com/office/drawing/2014/main" id="{A67D910D-D33C-30AB-320F-D7D9EB1C177E}"/>
                </a:ext>
              </a:extLst>
            </p:cNvPr>
            <p:cNvSpPr>
              <a:spLocks noChangeArrowheads="1"/>
            </p:cNvSpPr>
            <p:nvPr/>
          </p:nvSpPr>
          <p:spPr bwMode="auto">
            <a:xfrm>
              <a:off x="3124200" y="2162145"/>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13" name="Rectangle 14">
              <a:extLst>
                <a:ext uri="{FF2B5EF4-FFF2-40B4-BE49-F238E27FC236}">
                  <a16:creationId xmlns:a16="http://schemas.microsoft.com/office/drawing/2014/main" id="{58CDD4C2-C9C8-024B-E88D-D273899D7FA0}"/>
                </a:ext>
              </a:extLst>
            </p:cNvPr>
            <p:cNvSpPr>
              <a:spLocks noChangeArrowheads="1"/>
            </p:cNvSpPr>
            <p:nvPr/>
          </p:nvSpPr>
          <p:spPr bwMode="auto">
            <a:xfrm>
              <a:off x="3048000" y="23145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14" name="Rectangle 16">
              <a:extLst>
                <a:ext uri="{FF2B5EF4-FFF2-40B4-BE49-F238E27FC236}">
                  <a16:creationId xmlns:a16="http://schemas.microsoft.com/office/drawing/2014/main" id="{437298D7-C868-7E7D-6B20-95A9AA053F7C}"/>
                </a:ext>
              </a:extLst>
            </p:cNvPr>
            <p:cNvSpPr>
              <a:spLocks noChangeArrowheads="1"/>
            </p:cNvSpPr>
            <p:nvPr/>
          </p:nvSpPr>
          <p:spPr bwMode="auto">
            <a:xfrm>
              <a:off x="3048000" y="26955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15" name="Text Box 17">
              <a:extLst>
                <a:ext uri="{FF2B5EF4-FFF2-40B4-BE49-F238E27FC236}">
                  <a16:creationId xmlns:a16="http://schemas.microsoft.com/office/drawing/2014/main" id="{2C6E366A-2670-7CD0-BA92-C4A168B250E3}"/>
                </a:ext>
              </a:extLst>
            </p:cNvPr>
            <p:cNvSpPr txBox="1">
              <a:spLocks noChangeArrowheads="1"/>
            </p:cNvSpPr>
            <p:nvPr/>
          </p:nvSpPr>
          <p:spPr bwMode="auto">
            <a:xfrm>
              <a:off x="2971800" y="2466945"/>
              <a:ext cx="3365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Times New Roman" panose="02020603050405020304" pitchFamily="18" charset="0"/>
                  <a:ea typeface="굴림" panose="020B0600000101010101" pitchFamily="50" charset="-127"/>
                </a:rPr>
                <a:t>…</a:t>
              </a:r>
            </a:p>
          </p:txBody>
        </p:sp>
        <p:sp>
          <p:nvSpPr>
            <p:cNvPr id="16" name="Text Box 18">
              <a:extLst>
                <a:ext uri="{FF2B5EF4-FFF2-40B4-BE49-F238E27FC236}">
                  <a16:creationId xmlns:a16="http://schemas.microsoft.com/office/drawing/2014/main" id="{6D7AE285-11C3-D05A-CE1F-744340BD1114}"/>
                </a:ext>
              </a:extLst>
            </p:cNvPr>
            <p:cNvSpPr txBox="1">
              <a:spLocks noChangeArrowheads="1"/>
            </p:cNvSpPr>
            <p:nvPr/>
          </p:nvSpPr>
          <p:spPr bwMode="auto">
            <a:xfrm>
              <a:off x="1219200" y="1704945"/>
              <a:ext cx="11874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algn="just" eaLnBrk="1" latinLnBrk="0" hangingPunct="1">
                <a:spcBef>
                  <a:spcPct val="0"/>
                </a:spcBef>
                <a:buFontTx/>
                <a:buNone/>
              </a:pPr>
              <a:r>
                <a:rPr lang="en-US" altLang="ko-KR" sz="1800" b="0" dirty="0">
                  <a:latin typeface="Helvetica" panose="020B0604020202020204" pitchFamily="34" charset="0"/>
                  <a:ea typeface="굴림" panose="020B0600000101010101" pitchFamily="50" charset="-127"/>
                </a:rPr>
                <a:t>File</a:t>
              </a:r>
            </a:p>
            <a:p>
              <a:pPr algn="just" eaLnBrk="1" latinLnBrk="0" hangingPunct="1">
                <a:spcBef>
                  <a:spcPct val="0"/>
                </a:spcBef>
                <a:buFontTx/>
                <a:buNone/>
              </a:pPr>
              <a:r>
                <a:rPr lang="en-US" altLang="ko-KR" sz="1800" b="0" dirty="0">
                  <a:latin typeface="Helvetica" panose="020B0604020202020204" pitchFamily="34" charset="0"/>
                  <a:ea typeface="굴림" panose="020B0600000101010101" pitchFamily="50" charset="-127"/>
                </a:rPr>
                <a:t>descriptor</a:t>
              </a:r>
            </a:p>
            <a:p>
              <a:pPr algn="just" eaLnBrk="1" latinLnBrk="0" hangingPunct="1">
                <a:spcBef>
                  <a:spcPct val="0"/>
                </a:spcBef>
                <a:buFontTx/>
                <a:buNone/>
              </a:pPr>
              <a:r>
                <a:rPr lang="en-US" altLang="ko-KR" sz="1800" b="0" dirty="0">
                  <a:latin typeface="Helvetica" panose="020B0604020202020204" pitchFamily="34" charset="0"/>
                  <a:ea typeface="굴림" panose="020B0600000101010101" pitchFamily="50" charset="-127"/>
                </a:rPr>
                <a:t>table</a:t>
              </a:r>
            </a:p>
          </p:txBody>
        </p:sp>
        <p:sp>
          <p:nvSpPr>
            <p:cNvPr id="17" name="Rectangle 19">
              <a:extLst>
                <a:ext uri="{FF2B5EF4-FFF2-40B4-BE49-F238E27FC236}">
                  <a16:creationId xmlns:a16="http://schemas.microsoft.com/office/drawing/2014/main" id="{6A8818A6-1128-5065-7727-B53B7C5E8B0D}"/>
                </a:ext>
              </a:extLst>
            </p:cNvPr>
            <p:cNvSpPr>
              <a:spLocks noChangeArrowheads="1"/>
            </p:cNvSpPr>
            <p:nvPr/>
          </p:nvSpPr>
          <p:spPr bwMode="auto">
            <a:xfrm>
              <a:off x="5638800" y="16287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18" name="Oval 20">
              <a:extLst>
                <a:ext uri="{FF2B5EF4-FFF2-40B4-BE49-F238E27FC236}">
                  <a16:creationId xmlns:a16="http://schemas.microsoft.com/office/drawing/2014/main" id="{472E16BC-B90E-9E82-63F7-676EFBAE4F71}"/>
                </a:ext>
              </a:extLst>
            </p:cNvPr>
            <p:cNvSpPr>
              <a:spLocks noChangeArrowheads="1"/>
            </p:cNvSpPr>
            <p:nvPr/>
          </p:nvSpPr>
          <p:spPr bwMode="auto">
            <a:xfrm>
              <a:off x="5715000" y="1704945"/>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19" name="Rectangle 21">
              <a:extLst>
                <a:ext uri="{FF2B5EF4-FFF2-40B4-BE49-F238E27FC236}">
                  <a16:creationId xmlns:a16="http://schemas.microsoft.com/office/drawing/2014/main" id="{9F3BC6F8-3499-1FA6-6CA8-5C2C9CAAE3E9}"/>
                </a:ext>
              </a:extLst>
            </p:cNvPr>
            <p:cNvSpPr>
              <a:spLocks noChangeArrowheads="1"/>
            </p:cNvSpPr>
            <p:nvPr/>
          </p:nvSpPr>
          <p:spPr bwMode="auto">
            <a:xfrm>
              <a:off x="5638800" y="18573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20" name="Rectangle 23">
              <a:extLst>
                <a:ext uri="{FF2B5EF4-FFF2-40B4-BE49-F238E27FC236}">
                  <a16:creationId xmlns:a16="http://schemas.microsoft.com/office/drawing/2014/main" id="{E16DA6E7-9921-D18E-B053-B34CF51519DF}"/>
                </a:ext>
              </a:extLst>
            </p:cNvPr>
            <p:cNvSpPr>
              <a:spLocks noChangeArrowheads="1"/>
            </p:cNvSpPr>
            <p:nvPr/>
          </p:nvSpPr>
          <p:spPr bwMode="auto">
            <a:xfrm>
              <a:off x="5638800" y="20859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21" name="Oval 24">
              <a:extLst>
                <a:ext uri="{FF2B5EF4-FFF2-40B4-BE49-F238E27FC236}">
                  <a16:creationId xmlns:a16="http://schemas.microsoft.com/office/drawing/2014/main" id="{EC41A78E-0485-F457-59C8-4BAA10C84DAF}"/>
                </a:ext>
              </a:extLst>
            </p:cNvPr>
            <p:cNvSpPr>
              <a:spLocks noChangeArrowheads="1"/>
            </p:cNvSpPr>
            <p:nvPr/>
          </p:nvSpPr>
          <p:spPr bwMode="auto">
            <a:xfrm>
              <a:off x="5715000" y="2162145"/>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22" name="Rectangle 25">
              <a:extLst>
                <a:ext uri="{FF2B5EF4-FFF2-40B4-BE49-F238E27FC236}">
                  <a16:creationId xmlns:a16="http://schemas.microsoft.com/office/drawing/2014/main" id="{7152080A-FCBD-EDBD-D512-30F920327FA9}"/>
                </a:ext>
              </a:extLst>
            </p:cNvPr>
            <p:cNvSpPr>
              <a:spLocks noChangeArrowheads="1"/>
            </p:cNvSpPr>
            <p:nvPr/>
          </p:nvSpPr>
          <p:spPr bwMode="auto">
            <a:xfrm>
              <a:off x="5638800" y="23145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23" name="Rectangle 26">
              <a:extLst>
                <a:ext uri="{FF2B5EF4-FFF2-40B4-BE49-F238E27FC236}">
                  <a16:creationId xmlns:a16="http://schemas.microsoft.com/office/drawing/2014/main" id="{8E8D0F56-967C-8F77-F989-19EC5A4F0EC1}"/>
                </a:ext>
              </a:extLst>
            </p:cNvPr>
            <p:cNvSpPr>
              <a:spLocks noChangeArrowheads="1"/>
            </p:cNvSpPr>
            <p:nvPr/>
          </p:nvSpPr>
          <p:spPr bwMode="auto">
            <a:xfrm>
              <a:off x="5638800" y="2695545"/>
              <a:ext cx="228600" cy="2286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sp>
          <p:nvSpPr>
            <p:cNvPr id="24" name="Text Box 27">
              <a:extLst>
                <a:ext uri="{FF2B5EF4-FFF2-40B4-BE49-F238E27FC236}">
                  <a16:creationId xmlns:a16="http://schemas.microsoft.com/office/drawing/2014/main" id="{E298E53C-988D-F97B-14C8-89D3A1A5AFEF}"/>
                </a:ext>
              </a:extLst>
            </p:cNvPr>
            <p:cNvSpPr txBox="1">
              <a:spLocks noChangeArrowheads="1"/>
            </p:cNvSpPr>
            <p:nvPr/>
          </p:nvSpPr>
          <p:spPr bwMode="auto">
            <a:xfrm>
              <a:off x="5562600" y="2466945"/>
              <a:ext cx="3365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dirty="0">
                  <a:latin typeface="Times New Roman" panose="02020603050405020304" pitchFamily="18" charset="0"/>
                  <a:ea typeface="굴림" panose="020B0600000101010101" pitchFamily="50" charset="-127"/>
                </a:rPr>
                <a:t>…</a:t>
              </a:r>
            </a:p>
          </p:txBody>
        </p:sp>
        <p:sp>
          <p:nvSpPr>
            <p:cNvPr id="25" name="Text Box 28">
              <a:extLst>
                <a:ext uri="{FF2B5EF4-FFF2-40B4-BE49-F238E27FC236}">
                  <a16:creationId xmlns:a16="http://schemas.microsoft.com/office/drawing/2014/main" id="{F58CC1F8-D080-8481-BB46-6A9C94021E13}"/>
                </a:ext>
              </a:extLst>
            </p:cNvPr>
            <p:cNvSpPr txBox="1">
              <a:spLocks noChangeArrowheads="1"/>
            </p:cNvSpPr>
            <p:nvPr/>
          </p:nvSpPr>
          <p:spPr bwMode="auto">
            <a:xfrm>
              <a:off x="6705600" y="1704945"/>
              <a:ext cx="11874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algn="just" eaLnBrk="1" latinLnBrk="0" hangingPunct="1">
                <a:spcBef>
                  <a:spcPct val="0"/>
                </a:spcBef>
                <a:buFontTx/>
                <a:buNone/>
              </a:pPr>
              <a:r>
                <a:rPr lang="en-US" altLang="ko-KR" sz="1800" b="0">
                  <a:latin typeface="Helvetica" panose="020B0604020202020204" pitchFamily="34" charset="0"/>
                  <a:ea typeface="굴림" panose="020B0600000101010101" pitchFamily="50" charset="-127"/>
                </a:rPr>
                <a:t>File</a:t>
              </a:r>
            </a:p>
            <a:p>
              <a:pPr algn="just" eaLnBrk="1" latinLnBrk="0" hangingPunct="1">
                <a:spcBef>
                  <a:spcPct val="0"/>
                </a:spcBef>
                <a:buFontTx/>
                <a:buNone/>
              </a:pPr>
              <a:r>
                <a:rPr lang="en-US" altLang="ko-KR" sz="1800" b="0">
                  <a:latin typeface="Helvetica" panose="020B0604020202020204" pitchFamily="34" charset="0"/>
                  <a:ea typeface="굴림" panose="020B0600000101010101" pitchFamily="50" charset="-127"/>
                </a:rPr>
                <a:t>descriptor</a:t>
              </a:r>
            </a:p>
            <a:p>
              <a:pPr algn="just" eaLnBrk="1" latinLnBrk="0" hangingPunct="1">
                <a:spcBef>
                  <a:spcPct val="0"/>
                </a:spcBef>
                <a:buFontTx/>
                <a:buNone/>
              </a:pPr>
              <a:r>
                <a:rPr lang="en-US" altLang="ko-KR" sz="1800" b="0">
                  <a:latin typeface="Helvetica" panose="020B0604020202020204" pitchFamily="34" charset="0"/>
                  <a:ea typeface="굴림" panose="020B0600000101010101" pitchFamily="50" charset="-127"/>
                </a:rPr>
                <a:t>table</a:t>
              </a:r>
            </a:p>
          </p:txBody>
        </p:sp>
        <p:sp>
          <p:nvSpPr>
            <p:cNvPr id="26" name="Text Box 37">
              <a:extLst>
                <a:ext uri="{FF2B5EF4-FFF2-40B4-BE49-F238E27FC236}">
                  <a16:creationId xmlns:a16="http://schemas.microsoft.com/office/drawing/2014/main" id="{D7767362-BE18-7A29-0036-E65B9A169299}"/>
                </a:ext>
              </a:extLst>
            </p:cNvPr>
            <p:cNvSpPr txBox="1">
              <a:spLocks noChangeArrowheads="1"/>
            </p:cNvSpPr>
            <p:nvPr/>
          </p:nvSpPr>
          <p:spPr bwMode="auto">
            <a:xfrm>
              <a:off x="2743200" y="1628745"/>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0</a:t>
              </a:r>
            </a:p>
          </p:txBody>
        </p:sp>
        <p:sp>
          <p:nvSpPr>
            <p:cNvPr id="27" name="Text Box 38">
              <a:extLst>
                <a:ext uri="{FF2B5EF4-FFF2-40B4-BE49-F238E27FC236}">
                  <a16:creationId xmlns:a16="http://schemas.microsoft.com/office/drawing/2014/main" id="{3D057021-803D-9A1E-94DF-3340E6DE3CDE}"/>
                </a:ext>
              </a:extLst>
            </p:cNvPr>
            <p:cNvSpPr txBox="1">
              <a:spLocks noChangeArrowheads="1"/>
            </p:cNvSpPr>
            <p:nvPr/>
          </p:nvSpPr>
          <p:spPr bwMode="auto">
            <a:xfrm>
              <a:off x="2743200" y="1857345"/>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1</a:t>
              </a:r>
            </a:p>
          </p:txBody>
        </p:sp>
        <p:sp>
          <p:nvSpPr>
            <p:cNvPr id="28" name="Text Box 39">
              <a:extLst>
                <a:ext uri="{FF2B5EF4-FFF2-40B4-BE49-F238E27FC236}">
                  <a16:creationId xmlns:a16="http://schemas.microsoft.com/office/drawing/2014/main" id="{8589FF70-4AD3-0362-2EA9-3632962F916A}"/>
                </a:ext>
              </a:extLst>
            </p:cNvPr>
            <p:cNvSpPr txBox="1">
              <a:spLocks noChangeArrowheads="1"/>
            </p:cNvSpPr>
            <p:nvPr/>
          </p:nvSpPr>
          <p:spPr bwMode="auto">
            <a:xfrm>
              <a:off x="2743200" y="2085945"/>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2</a:t>
              </a:r>
            </a:p>
          </p:txBody>
        </p:sp>
        <p:sp>
          <p:nvSpPr>
            <p:cNvPr id="29" name="Text Box 40">
              <a:extLst>
                <a:ext uri="{FF2B5EF4-FFF2-40B4-BE49-F238E27FC236}">
                  <a16:creationId xmlns:a16="http://schemas.microsoft.com/office/drawing/2014/main" id="{794E268F-408C-21F6-FFA3-369E97C0E876}"/>
                </a:ext>
              </a:extLst>
            </p:cNvPr>
            <p:cNvSpPr txBox="1">
              <a:spLocks noChangeArrowheads="1"/>
            </p:cNvSpPr>
            <p:nvPr/>
          </p:nvSpPr>
          <p:spPr bwMode="auto">
            <a:xfrm>
              <a:off x="2743200" y="2314545"/>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3</a:t>
              </a:r>
            </a:p>
          </p:txBody>
        </p:sp>
        <p:sp>
          <p:nvSpPr>
            <p:cNvPr id="30" name="Text Box 41">
              <a:extLst>
                <a:ext uri="{FF2B5EF4-FFF2-40B4-BE49-F238E27FC236}">
                  <a16:creationId xmlns:a16="http://schemas.microsoft.com/office/drawing/2014/main" id="{BC4EDA6E-3C2A-FA06-A393-B3416C11B490}"/>
                </a:ext>
              </a:extLst>
            </p:cNvPr>
            <p:cNvSpPr txBox="1">
              <a:spLocks noChangeArrowheads="1"/>
            </p:cNvSpPr>
            <p:nvPr/>
          </p:nvSpPr>
          <p:spPr bwMode="auto">
            <a:xfrm>
              <a:off x="5867400" y="1628745"/>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0</a:t>
              </a:r>
            </a:p>
          </p:txBody>
        </p:sp>
        <p:sp>
          <p:nvSpPr>
            <p:cNvPr id="31" name="Text Box 42">
              <a:extLst>
                <a:ext uri="{FF2B5EF4-FFF2-40B4-BE49-F238E27FC236}">
                  <a16:creationId xmlns:a16="http://schemas.microsoft.com/office/drawing/2014/main" id="{0EA0AEFB-D18A-3394-C87C-9EB93E99851C}"/>
                </a:ext>
              </a:extLst>
            </p:cNvPr>
            <p:cNvSpPr txBox="1">
              <a:spLocks noChangeArrowheads="1"/>
            </p:cNvSpPr>
            <p:nvPr/>
          </p:nvSpPr>
          <p:spPr bwMode="auto">
            <a:xfrm>
              <a:off x="5867400" y="1857345"/>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1</a:t>
              </a:r>
            </a:p>
          </p:txBody>
        </p:sp>
        <p:sp>
          <p:nvSpPr>
            <p:cNvPr id="32" name="Text Box 43">
              <a:extLst>
                <a:ext uri="{FF2B5EF4-FFF2-40B4-BE49-F238E27FC236}">
                  <a16:creationId xmlns:a16="http://schemas.microsoft.com/office/drawing/2014/main" id="{35DCC7BB-7F0D-417B-A40D-EDA5BC5659AC}"/>
                </a:ext>
              </a:extLst>
            </p:cNvPr>
            <p:cNvSpPr txBox="1">
              <a:spLocks noChangeArrowheads="1"/>
            </p:cNvSpPr>
            <p:nvPr/>
          </p:nvSpPr>
          <p:spPr bwMode="auto">
            <a:xfrm>
              <a:off x="5867400" y="2085945"/>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2</a:t>
              </a:r>
            </a:p>
          </p:txBody>
        </p:sp>
        <p:sp>
          <p:nvSpPr>
            <p:cNvPr id="33" name="Text Box 44">
              <a:extLst>
                <a:ext uri="{FF2B5EF4-FFF2-40B4-BE49-F238E27FC236}">
                  <a16:creationId xmlns:a16="http://schemas.microsoft.com/office/drawing/2014/main" id="{519C255D-4DD4-C166-5DD5-1BC84700E7B8}"/>
                </a:ext>
              </a:extLst>
            </p:cNvPr>
            <p:cNvSpPr txBox="1">
              <a:spLocks noChangeArrowheads="1"/>
            </p:cNvSpPr>
            <p:nvPr/>
          </p:nvSpPr>
          <p:spPr bwMode="auto">
            <a:xfrm>
              <a:off x="5867400" y="2314545"/>
              <a:ext cx="311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None/>
              </a:pPr>
              <a:r>
                <a:rPr lang="en-US" altLang="ko-KR" sz="1200">
                  <a:latin typeface="Helvetica" panose="020B0604020202020204" pitchFamily="34" charset="0"/>
                  <a:ea typeface="굴림" panose="020B0600000101010101" pitchFamily="50" charset="-127"/>
                </a:rPr>
                <a:t>3</a:t>
              </a:r>
            </a:p>
          </p:txBody>
        </p:sp>
        <p:sp>
          <p:nvSpPr>
            <p:cNvPr id="35" name="Oval 38">
              <a:extLst>
                <a:ext uri="{FF2B5EF4-FFF2-40B4-BE49-F238E27FC236}">
                  <a16:creationId xmlns:a16="http://schemas.microsoft.com/office/drawing/2014/main" id="{10A4FF87-C3C9-5482-ADC5-DE8F6441BEAD}"/>
                </a:ext>
              </a:extLst>
            </p:cNvPr>
            <p:cNvSpPr>
              <a:spLocks noChangeArrowheads="1"/>
            </p:cNvSpPr>
            <p:nvPr/>
          </p:nvSpPr>
          <p:spPr bwMode="auto">
            <a:xfrm>
              <a:off x="5715000" y="1930402"/>
              <a:ext cx="76200" cy="76200"/>
            </a:xfrm>
            <a:prstGeom prst="ellipse">
              <a:avLst/>
            </a:prstGeom>
            <a:solidFill>
              <a:schemeClr val="tx1"/>
            </a:solidFill>
            <a:ln w="12700">
              <a:solidFill>
                <a:schemeClr val="tx1"/>
              </a:solidFill>
              <a:round/>
              <a:headEnd/>
              <a:tailEnd/>
            </a:ln>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eaLnBrk="1" latinLnBrk="0" hangingPunct="1">
                <a:spcBef>
                  <a:spcPct val="0"/>
                </a:spcBef>
                <a:buFontTx/>
                <a:buChar char="•"/>
              </a:pPr>
              <a:endParaRPr lang="ko-KR" altLang="en-US" sz="2400">
                <a:latin typeface="Times New Roman" panose="02020603050405020304" pitchFamily="18" charset="0"/>
              </a:endParaRPr>
            </a:p>
          </p:txBody>
        </p:sp>
        <p:cxnSp>
          <p:nvCxnSpPr>
            <p:cNvPr id="36" name="연결선: 꺾임 35">
              <a:extLst>
                <a:ext uri="{FF2B5EF4-FFF2-40B4-BE49-F238E27FC236}">
                  <a16:creationId xmlns:a16="http://schemas.microsoft.com/office/drawing/2014/main" id="{730A5175-8ECE-9088-0FD6-F4A82BCC600E}"/>
                </a:ext>
              </a:extLst>
            </p:cNvPr>
            <p:cNvCxnSpPr/>
            <p:nvPr/>
          </p:nvCxnSpPr>
          <p:spPr>
            <a:xfrm rot="5400000" flipH="1" flipV="1">
              <a:off x="3576778" y="1216459"/>
              <a:ext cx="111592" cy="886666"/>
            </a:xfrm>
            <a:prstGeom prst="bentConnector5">
              <a:avLst>
                <a:gd name="adj1" fmla="val -31516"/>
                <a:gd name="adj2" fmla="val 39931"/>
                <a:gd name="adj3" fmla="val -33943"/>
              </a:avLst>
            </a:prstGeom>
            <a:noFill/>
            <a:ln w="12700" cap="flat" cmpd="sng" algn="ctr">
              <a:solidFill>
                <a:sysClr val="windowText" lastClr="000000"/>
              </a:solidFill>
              <a:prstDash val="solid"/>
              <a:miter lim="800000"/>
              <a:tailEnd type="triangle"/>
            </a:ln>
            <a:effectLst/>
          </p:spPr>
        </p:cxnSp>
        <p:cxnSp>
          <p:nvCxnSpPr>
            <p:cNvPr id="37" name="연결선: 꺾임 36">
              <a:extLst>
                <a:ext uri="{FF2B5EF4-FFF2-40B4-BE49-F238E27FC236}">
                  <a16:creationId xmlns:a16="http://schemas.microsoft.com/office/drawing/2014/main" id="{BB28A73B-69E9-F387-1563-B25342639A7D}"/>
                </a:ext>
              </a:extLst>
            </p:cNvPr>
            <p:cNvCxnSpPr>
              <a:cxnSpLocks/>
            </p:cNvCxnSpPr>
            <p:nvPr/>
          </p:nvCxnSpPr>
          <p:spPr>
            <a:xfrm flipV="1">
              <a:off x="3189241" y="1679239"/>
              <a:ext cx="1021557" cy="274194"/>
            </a:xfrm>
            <a:prstGeom prst="bentConnector3">
              <a:avLst>
                <a:gd name="adj1" fmla="val 99919"/>
              </a:avLst>
            </a:prstGeom>
            <a:noFill/>
            <a:ln w="12700" cap="flat" cmpd="sng" algn="ctr">
              <a:solidFill>
                <a:sysClr val="windowText" lastClr="000000"/>
              </a:solidFill>
              <a:prstDash val="solid"/>
              <a:miter lim="800000"/>
              <a:tailEnd type="triangle"/>
            </a:ln>
            <a:effectLst/>
          </p:spPr>
        </p:cxnSp>
        <p:cxnSp>
          <p:nvCxnSpPr>
            <p:cNvPr id="38" name="연결선: 꺾임 37">
              <a:extLst>
                <a:ext uri="{FF2B5EF4-FFF2-40B4-BE49-F238E27FC236}">
                  <a16:creationId xmlns:a16="http://schemas.microsoft.com/office/drawing/2014/main" id="{4491FAA4-16FC-C517-A480-F0CECA357BE0}"/>
                </a:ext>
              </a:extLst>
            </p:cNvPr>
            <p:cNvCxnSpPr>
              <a:cxnSpLocks/>
            </p:cNvCxnSpPr>
            <p:nvPr/>
          </p:nvCxnSpPr>
          <p:spPr>
            <a:xfrm flipV="1">
              <a:off x="3189241" y="1719732"/>
              <a:ext cx="1156448" cy="479997"/>
            </a:xfrm>
            <a:prstGeom prst="bentConnector3">
              <a:avLst>
                <a:gd name="adj1" fmla="val 100179"/>
              </a:avLst>
            </a:prstGeom>
            <a:noFill/>
            <a:ln w="12700" cap="flat" cmpd="sng" algn="ctr">
              <a:solidFill>
                <a:sysClr val="windowText" lastClr="000000"/>
              </a:solidFill>
              <a:prstDash val="solid"/>
              <a:miter lim="800000"/>
              <a:tailEnd type="triangle"/>
            </a:ln>
            <a:effectLst/>
          </p:spPr>
        </p:cxnSp>
        <p:cxnSp>
          <p:nvCxnSpPr>
            <p:cNvPr id="39" name="연결선: 꺾임 38">
              <a:extLst>
                <a:ext uri="{FF2B5EF4-FFF2-40B4-BE49-F238E27FC236}">
                  <a16:creationId xmlns:a16="http://schemas.microsoft.com/office/drawing/2014/main" id="{D06DC87E-D8CC-AF17-8821-89C8B21E2827}"/>
                </a:ext>
              </a:extLst>
            </p:cNvPr>
            <p:cNvCxnSpPr>
              <a:cxnSpLocks/>
            </p:cNvCxnSpPr>
            <p:nvPr/>
          </p:nvCxnSpPr>
          <p:spPr>
            <a:xfrm rot="10800000">
              <a:off x="4737848" y="1715589"/>
              <a:ext cx="977152" cy="484657"/>
            </a:xfrm>
            <a:prstGeom prst="bentConnector3">
              <a:avLst>
                <a:gd name="adj1" fmla="val 99488"/>
              </a:avLst>
            </a:prstGeom>
            <a:noFill/>
            <a:ln w="12700" cap="flat" cmpd="sng" algn="ctr">
              <a:solidFill>
                <a:sysClr val="windowText" lastClr="000000"/>
              </a:solidFill>
              <a:prstDash val="solid"/>
              <a:miter lim="800000"/>
              <a:tailEnd type="triangle"/>
            </a:ln>
            <a:effectLst/>
          </p:spPr>
        </p:cxnSp>
        <p:cxnSp>
          <p:nvCxnSpPr>
            <p:cNvPr id="40" name="연결선: 꺾임 39">
              <a:extLst>
                <a:ext uri="{FF2B5EF4-FFF2-40B4-BE49-F238E27FC236}">
                  <a16:creationId xmlns:a16="http://schemas.microsoft.com/office/drawing/2014/main" id="{5F75715F-AFB6-4C7E-97CB-0F8C20CB48F1}"/>
                </a:ext>
              </a:extLst>
            </p:cNvPr>
            <p:cNvCxnSpPr>
              <a:cxnSpLocks/>
            </p:cNvCxnSpPr>
            <p:nvPr/>
          </p:nvCxnSpPr>
          <p:spPr>
            <a:xfrm rot="10800000">
              <a:off x="5027614" y="1603999"/>
              <a:ext cx="687386" cy="139047"/>
            </a:xfrm>
            <a:prstGeom prst="bentConnector3">
              <a:avLst>
                <a:gd name="adj1" fmla="val 99885"/>
              </a:avLst>
            </a:prstGeom>
            <a:noFill/>
            <a:ln w="12700" cap="flat" cmpd="sng" algn="ctr">
              <a:solidFill>
                <a:sysClr val="windowText" lastClr="000000"/>
              </a:solidFill>
              <a:prstDash val="solid"/>
              <a:miter lim="800000"/>
              <a:tailEnd type="triangle"/>
            </a:ln>
            <a:effectLst/>
          </p:spPr>
        </p:cxnSp>
        <p:cxnSp>
          <p:nvCxnSpPr>
            <p:cNvPr id="42" name="연결선: 꺾임 41">
              <a:extLst>
                <a:ext uri="{FF2B5EF4-FFF2-40B4-BE49-F238E27FC236}">
                  <a16:creationId xmlns:a16="http://schemas.microsoft.com/office/drawing/2014/main" id="{2588DCEB-C2D3-B610-C0C6-F6C653733079}"/>
                </a:ext>
              </a:extLst>
            </p:cNvPr>
            <p:cNvCxnSpPr>
              <a:cxnSpLocks/>
              <a:stCxn id="35" idx="2"/>
            </p:cNvCxnSpPr>
            <p:nvPr/>
          </p:nvCxnSpPr>
          <p:spPr>
            <a:xfrm rot="10800000" flipV="1">
              <a:off x="4915694" y="1968502"/>
              <a:ext cx="799307" cy="522646"/>
            </a:xfrm>
            <a:prstGeom prst="bentConnector2">
              <a:avLst/>
            </a:prstGeom>
            <a:noFill/>
            <a:ln w="12700" cap="flat" cmpd="sng" algn="ctr">
              <a:solidFill>
                <a:sysClr val="windowText" lastClr="000000"/>
              </a:solidFill>
              <a:prstDash val="solid"/>
              <a:miter lim="800000"/>
              <a:tailEnd type="triangle"/>
            </a:ln>
            <a:effectLst/>
          </p:spPr>
        </p:cxnSp>
        <p:sp>
          <p:nvSpPr>
            <p:cNvPr id="84" name="Oval 35">
              <a:extLst>
                <a:ext uri="{FF2B5EF4-FFF2-40B4-BE49-F238E27FC236}">
                  <a16:creationId xmlns:a16="http://schemas.microsoft.com/office/drawing/2014/main" id="{BAF8641C-D105-97B8-8A47-276CE97EE595}"/>
                </a:ext>
              </a:extLst>
            </p:cNvPr>
            <p:cNvSpPr>
              <a:spLocks noChangeArrowheads="1"/>
            </p:cNvSpPr>
            <p:nvPr/>
          </p:nvSpPr>
          <p:spPr bwMode="auto">
            <a:xfrm>
              <a:off x="3810000" y="2390715"/>
              <a:ext cx="1295400" cy="6858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algn="ctr" eaLnBrk="1" latinLnBrk="0" hangingPunct="1">
                <a:spcBef>
                  <a:spcPct val="0"/>
                </a:spcBef>
                <a:buFontTx/>
                <a:buNone/>
              </a:pPr>
              <a:r>
                <a:rPr lang="en-US" altLang="ko-KR" sz="1600" b="0" dirty="0" err="1">
                  <a:latin typeface="Courier New" panose="02070309020205020404" pitchFamily="49" charset="0"/>
                  <a:ea typeface="굴림" panose="020B0600000101010101" pitchFamily="50" charset="-127"/>
                  <a:cs typeface="Courier New" panose="02070309020205020404" pitchFamily="49" charset="0"/>
                </a:rPr>
                <a:t>somefile</a:t>
              </a:r>
              <a:endParaRPr lang="en-US" altLang="ko-KR" sz="1600" b="0" dirty="0">
                <a:latin typeface="Courier New" panose="02070309020205020404" pitchFamily="49" charset="0"/>
                <a:ea typeface="굴림" panose="020B0600000101010101" pitchFamily="50" charset="-127"/>
                <a:cs typeface="Courier New" panose="02070309020205020404" pitchFamily="49" charset="0"/>
              </a:endParaRPr>
            </a:p>
          </p:txBody>
        </p:sp>
        <p:sp>
          <p:nvSpPr>
            <p:cNvPr id="85" name="Oval 27">
              <a:extLst>
                <a:ext uri="{FF2B5EF4-FFF2-40B4-BE49-F238E27FC236}">
                  <a16:creationId xmlns:a16="http://schemas.microsoft.com/office/drawing/2014/main" id="{AAEFBB1C-C5D0-B8EE-8574-26FEDF9CAA33}"/>
                </a:ext>
              </a:extLst>
            </p:cNvPr>
            <p:cNvSpPr>
              <a:spLocks noChangeArrowheads="1"/>
            </p:cNvSpPr>
            <p:nvPr/>
          </p:nvSpPr>
          <p:spPr bwMode="auto">
            <a:xfrm>
              <a:off x="3886200" y="1018629"/>
              <a:ext cx="1295400" cy="6858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Font typeface="Arial" panose="020B0604020202020204" pitchFamily="34" charset="0"/>
                <a:buChar char="•"/>
                <a:defRPr sz="3200">
                  <a:solidFill>
                    <a:schemeClr val="tx1"/>
                  </a:solidFill>
                  <a:latin typeface="Comic Sans MS" panose="030F0702030302020204" pitchFamily="66" charset="0"/>
                </a:defRPr>
              </a:lvl1pPr>
              <a:lvl2pPr marL="742950" indent="-285750" latinLnBrk="1">
                <a:spcBef>
                  <a:spcPct val="20000"/>
                </a:spcBef>
                <a:buFont typeface="Arial" panose="020B0604020202020204" pitchFamily="34" charset="0"/>
                <a:buChar char="–"/>
                <a:defRPr sz="2800">
                  <a:solidFill>
                    <a:schemeClr val="tx1"/>
                  </a:solidFill>
                  <a:latin typeface="Comic Sans MS" panose="030F0702030302020204" pitchFamily="66" charset="0"/>
                </a:defRPr>
              </a:lvl2pPr>
              <a:lvl3pPr marL="1143000" indent="-228600" latinLnBrk="1">
                <a:spcBef>
                  <a:spcPct val="20000"/>
                </a:spcBef>
                <a:buFont typeface="Arial" panose="020B0604020202020204" pitchFamily="34" charset="0"/>
                <a:buChar char="•"/>
                <a:defRPr sz="2400">
                  <a:solidFill>
                    <a:schemeClr val="tx1"/>
                  </a:solidFill>
                  <a:latin typeface="Comic Sans MS" panose="030F0702030302020204" pitchFamily="66" charset="0"/>
                </a:defRPr>
              </a:lvl3pPr>
              <a:lvl4pPr marL="16002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4pPr>
              <a:lvl5pPr marL="2057400" indent="-228600" latinLnBrk="1">
                <a:spcBef>
                  <a:spcPct val="20000"/>
                </a:spcBef>
                <a:buFont typeface="Arial" panose="020B0604020202020204" pitchFamily="34" charset="0"/>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defRPr>
              </a:lvl9pPr>
            </a:lstStyle>
            <a:p>
              <a:pPr algn="ctr" eaLnBrk="1" latinLnBrk="0" hangingPunct="1">
                <a:spcBef>
                  <a:spcPct val="0"/>
                </a:spcBef>
                <a:buFontTx/>
                <a:buNone/>
              </a:pPr>
              <a:r>
                <a:rPr lang="en-US" altLang="ko-KR" sz="1600" b="0" dirty="0">
                  <a:latin typeface="Courier New" panose="02070309020205020404" pitchFamily="49" charset="0"/>
                  <a:ea typeface="굴림" panose="020B0600000101010101" pitchFamily="50" charset="-127"/>
                  <a:cs typeface="Courier New" panose="02070309020205020404" pitchFamily="49" charset="0"/>
                </a:rPr>
                <a:t>/dev/</a:t>
              </a:r>
              <a:r>
                <a:rPr lang="en-US" altLang="ko-KR" sz="1600" b="0" dirty="0" err="1">
                  <a:latin typeface="Courier New" panose="02070309020205020404" pitchFamily="49" charset="0"/>
                  <a:ea typeface="굴림" panose="020B0600000101010101" pitchFamily="50" charset="-127"/>
                  <a:cs typeface="Courier New" panose="02070309020205020404" pitchFamily="49" charset="0"/>
                </a:rPr>
                <a:t>tty</a:t>
              </a:r>
              <a:endParaRPr lang="en-US" altLang="ko-KR" sz="1600" b="0" dirty="0">
                <a:latin typeface="Courier New" panose="02070309020205020404" pitchFamily="49" charset="0"/>
                <a:ea typeface="굴림" panose="020B0600000101010101" pitchFamily="50" charset="-127"/>
                <a:cs typeface="Courier New" panose="02070309020205020404" pitchFamily="49" charset="0"/>
              </a:endParaRPr>
            </a:p>
          </p:txBody>
        </p:sp>
      </p:grpSp>
      <p:sp>
        <p:nvSpPr>
          <p:cNvPr id="45" name="TextBox 44">
            <a:extLst>
              <a:ext uri="{FF2B5EF4-FFF2-40B4-BE49-F238E27FC236}">
                <a16:creationId xmlns:a16="http://schemas.microsoft.com/office/drawing/2014/main" id="{999793B2-5BA7-9B61-DB25-1AEDD34E45C3}"/>
              </a:ext>
            </a:extLst>
          </p:cNvPr>
          <p:cNvSpPr txBox="1"/>
          <p:nvPr/>
        </p:nvSpPr>
        <p:spPr>
          <a:xfrm>
            <a:off x="630475" y="2432992"/>
            <a:ext cx="3717684" cy="2862322"/>
          </a:xfrm>
          <a:prstGeom prst="rect">
            <a:avLst/>
          </a:prstGeom>
          <a:solidFill>
            <a:srgbClr val="FFFF66"/>
          </a:solidFill>
          <a:ln>
            <a:solidFill>
              <a:schemeClr val="tx1"/>
            </a:solidFill>
          </a:ln>
        </p:spPr>
        <p:txBody>
          <a:bodyPr wrap="none">
            <a:spAutoFit/>
          </a:bodyPr>
          <a:lstStyle/>
          <a:p>
            <a:pPr lvl="0">
              <a:defRPr/>
            </a:pPr>
            <a:r>
              <a:rPr lang="en-US" altLang="ko-KR" sz="1200" dirty="0" err="1">
                <a:latin typeface="Courier New"/>
                <a:ea typeface="맑은 고딕"/>
                <a:cs typeface="Courier New"/>
              </a:rPr>
              <a:t>pid</a:t>
            </a:r>
            <a:r>
              <a:rPr lang="en-US" altLang="ko-KR" sz="1200" dirty="0">
                <a:latin typeface="Courier New"/>
                <a:ea typeface="맑은 고딕"/>
                <a:cs typeface="Courier New"/>
              </a:rPr>
              <a:t> = fork();</a:t>
            </a:r>
            <a:endParaRPr lang="en-US" altLang="ko-KR" sz="1200" dirty="0">
              <a:solidFill>
                <a:schemeClr val="accent6"/>
              </a:solidFill>
              <a:latin typeface="Courier New"/>
              <a:ea typeface="맑은 고딕"/>
              <a:cs typeface="Courier New"/>
            </a:endParaRPr>
          </a:p>
          <a:p>
            <a:pPr lvl="0">
              <a:defRPr/>
            </a:pPr>
            <a:endParaRPr lang="en-US" altLang="ko-KR" sz="1200" dirty="0">
              <a:solidFill>
                <a:schemeClr val="accent6"/>
              </a:solidFill>
              <a:latin typeface="Courier New"/>
              <a:ea typeface="맑은 고딕"/>
              <a:cs typeface="Courier New"/>
            </a:endParaRPr>
          </a:p>
          <a:p>
            <a:pPr lvl="0">
              <a:defRPr/>
            </a:pPr>
            <a:r>
              <a:rPr lang="en-US" altLang="ko-KR" sz="1200" dirty="0">
                <a:solidFill>
                  <a:schemeClr val="accent6"/>
                </a:solidFill>
                <a:latin typeface="Courier New"/>
                <a:ea typeface="맑은 고딕"/>
                <a:cs typeface="Courier New"/>
              </a:rPr>
              <a:t>if</a:t>
            </a:r>
            <a:r>
              <a:rPr lang="en-US" altLang="ko-KR" sz="1200" dirty="0">
                <a:latin typeface="Courier New"/>
                <a:ea typeface="맑은 고딕"/>
                <a:cs typeface="Courier New"/>
              </a:rPr>
              <a:t> (</a:t>
            </a:r>
            <a:r>
              <a:rPr lang="en-US" altLang="ko-KR" sz="1200" dirty="0" err="1">
                <a:latin typeface="Courier New"/>
                <a:ea typeface="맑은 고딕"/>
                <a:cs typeface="Courier New"/>
              </a:rPr>
              <a:t>pid</a:t>
            </a:r>
            <a:r>
              <a:rPr lang="en-US" altLang="ko-KR" sz="1200" dirty="0">
                <a:latin typeface="Courier New"/>
                <a:ea typeface="맑은 고딕"/>
                <a:cs typeface="Courier New"/>
              </a:rPr>
              <a:t> == 0){</a:t>
            </a:r>
          </a:p>
          <a:p>
            <a:pPr lvl="0">
              <a:defRPr/>
            </a:pPr>
            <a:r>
              <a:rPr lang="en-US" altLang="ko-KR" sz="1200" dirty="0">
                <a:latin typeface="Courier New"/>
                <a:ea typeface="맑은 고딕"/>
                <a:cs typeface="Courier New"/>
              </a:rPr>
              <a:t>  /* Child process */</a:t>
            </a:r>
          </a:p>
          <a:p>
            <a:pPr lvl="0">
              <a:defRPr/>
            </a:pPr>
            <a:r>
              <a:rPr lang="en-US" altLang="ko-KR" sz="1200" dirty="0">
                <a:latin typeface="Courier New"/>
                <a:ea typeface="맑은 고딕"/>
                <a:cs typeface="Courier New"/>
              </a:rPr>
              <a:t>  </a:t>
            </a:r>
            <a:r>
              <a:rPr lang="en-US" altLang="ko-KR" sz="1200" dirty="0" err="1">
                <a:latin typeface="Courier New"/>
                <a:ea typeface="맑은 고딕"/>
                <a:cs typeface="Courier New"/>
              </a:rPr>
              <a:t>fd</a:t>
            </a:r>
            <a:r>
              <a:rPr lang="en-US" altLang="ko-KR" sz="1200" dirty="0">
                <a:latin typeface="Courier New"/>
                <a:ea typeface="맑은 고딕"/>
                <a:cs typeface="Courier New"/>
              </a:rPr>
              <a:t> = </a:t>
            </a:r>
            <a:r>
              <a:rPr lang="en-US" altLang="ko-KR" sz="1200" dirty="0" err="1">
                <a:latin typeface="Courier New"/>
                <a:ea typeface="맑은 고딕"/>
                <a:cs typeface="Courier New"/>
              </a:rPr>
              <a:t>creat</a:t>
            </a:r>
            <a:r>
              <a:rPr lang="en-US" altLang="ko-KR" sz="1200" dirty="0">
                <a:latin typeface="Courier New"/>
                <a:ea typeface="맑은 고딕"/>
                <a:cs typeface="Courier New"/>
              </a:rPr>
              <a:t>(“</a:t>
            </a:r>
            <a:r>
              <a:rPr lang="en-US" altLang="ko-KR" sz="1200" dirty="0" err="1">
                <a:latin typeface="Courier New"/>
                <a:ea typeface="맑은 고딕"/>
                <a:cs typeface="Courier New"/>
              </a:rPr>
              <a:t>somefile</a:t>
            </a:r>
            <a:r>
              <a:rPr lang="en-US" altLang="ko-KR" sz="1200" dirty="0">
                <a:latin typeface="Courier New"/>
                <a:ea typeface="맑은 고딕"/>
                <a:cs typeface="Courier New"/>
              </a:rPr>
              <a:t>”, 0640);</a:t>
            </a:r>
          </a:p>
          <a:p>
            <a:pPr lvl="0">
              <a:defRPr/>
            </a:pPr>
            <a:r>
              <a:rPr lang="en-US" altLang="ko-KR" sz="1200" dirty="0">
                <a:latin typeface="Courier New"/>
                <a:ea typeface="맑은 고딕"/>
                <a:cs typeface="Courier New"/>
              </a:rPr>
              <a:t>  dup2(</a:t>
            </a:r>
            <a:r>
              <a:rPr lang="en-US" altLang="ko-KR" sz="1200" dirty="0" err="1">
                <a:latin typeface="Courier New"/>
                <a:ea typeface="맑은 고딕"/>
                <a:cs typeface="Courier New"/>
              </a:rPr>
              <a:t>fd</a:t>
            </a:r>
            <a:r>
              <a:rPr lang="en-US" altLang="ko-KR" sz="1200" dirty="0">
                <a:latin typeface="Courier New"/>
                <a:ea typeface="맑은 고딕"/>
                <a:cs typeface="Courier New"/>
              </a:rPr>
              <a:t>, 1);</a:t>
            </a:r>
          </a:p>
          <a:p>
            <a:pPr lvl="0">
              <a:defRPr/>
            </a:pPr>
            <a:r>
              <a:rPr lang="en-US" altLang="ko-KR" sz="1200" dirty="0">
                <a:latin typeface="Courier New"/>
                <a:ea typeface="맑은 고딕"/>
                <a:cs typeface="Courier New"/>
              </a:rPr>
              <a:t>  close(</a:t>
            </a:r>
            <a:r>
              <a:rPr lang="en-US" altLang="ko-KR" sz="1200" dirty="0" err="1">
                <a:latin typeface="Courier New"/>
                <a:ea typeface="맑은 고딕"/>
                <a:cs typeface="Courier New"/>
              </a:rPr>
              <a:t>fd</a:t>
            </a:r>
            <a:r>
              <a:rPr lang="en-US" altLang="ko-KR" sz="1200" dirty="0">
                <a:latin typeface="Courier New"/>
                <a:ea typeface="맑은 고딕"/>
                <a:cs typeface="Courier New"/>
              </a:rPr>
              <a:t>);</a:t>
            </a:r>
          </a:p>
          <a:p>
            <a:pPr lvl="0">
              <a:defRPr/>
            </a:pPr>
            <a:r>
              <a:rPr lang="en-US" altLang="ko-KR" sz="1200" dirty="0">
                <a:latin typeface="Courier New"/>
                <a:ea typeface="맑은 고딕"/>
                <a:cs typeface="Courier New"/>
              </a:rPr>
              <a:t>  </a:t>
            </a:r>
            <a:r>
              <a:rPr lang="en-US" altLang="ko-KR" sz="1200" dirty="0" err="1">
                <a:latin typeface="Courier New"/>
                <a:ea typeface="맑은 고딕"/>
                <a:cs typeface="Courier New"/>
              </a:rPr>
              <a:t>execvp</a:t>
            </a:r>
            <a:r>
              <a:rPr lang="en-US" altLang="ko-KR" sz="1200" dirty="0">
                <a:latin typeface="Courier New"/>
                <a:ea typeface="맑은 고딕"/>
                <a:cs typeface="Courier New"/>
              </a:rPr>
              <a:t>(“</a:t>
            </a:r>
            <a:r>
              <a:rPr lang="en-US" altLang="ko-KR" sz="1200" dirty="0" err="1">
                <a:latin typeface="Courier New"/>
                <a:ea typeface="맑은 고딕"/>
                <a:cs typeface="Courier New"/>
              </a:rPr>
              <a:t>someprogram</a:t>
            </a:r>
            <a:r>
              <a:rPr lang="en-US" altLang="ko-KR" sz="1200" dirty="0">
                <a:latin typeface="Courier New"/>
                <a:ea typeface="맑은 고딕"/>
                <a:cs typeface="Courier New"/>
              </a:rPr>
              <a:t>”, </a:t>
            </a:r>
            <a:r>
              <a:rPr lang="en-US" altLang="ko-KR" sz="1200" dirty="0" err="1">
                <a:latin typeface="Courier New"/>
                <a:ea typeface="맑은 고딕"/>
                <a:cs typeface="Courier New"/>
              </a:rPr>
              <a:t>program_args</a:t>
            </a:r>
            <a:r>
              <a:rPr lang="en-US" altLang="ko-KR" sz="1200" dirty="0">
                <a:latin typeface="Courier New"/>
                <a:ea typeface="맑은 고딕"/>
                <a:cs typeface="Courier New"/>
              </a:rPr>
              <a:t>);</a:t>
            </a:r>
          </a:p>
          <a:p>
            <a:pPr lvl="0">
              <a:defRPr/>
            </a:pPr>
            <a:r>
              <a:rPr lang="en-US" altLang="ko-KR" sz="1200" dirty="0">
                <a:latin typeface="Courier New"/>
                <a:ea typeface="맑은 고딕"/>
                <a:cs typeface="Courier New"/>
              </a:rPr>
              <a:t>  </a:t>
            </a:r>
            <a:r>
              <a:rPr lang="en-US" altLang="ko-KR" sz="1200" dirty="0" err="1">
                <a:latin typeface="Courier New"/>
                <a:ea typeface="맑은 고딕"/>
                <a:cs typeface="Courier New"/>
              </a:rPr>
              <a:t>fprintf</a:t>
            </a:r>
            <a:r>
              <a:rPr lang="en-US" altLang="ko-KR" sz="1200" dirty="0">
                <a:latin typeface="Courier New"/>
                <a:ea typeface="맑은 고딕"/>
                <a:cs typeface="Courier New"/>
              </a:rPr>
              <a:t>(stderr, “exec failed\n”);</a:t>
            </a:r>
          </a:p>
          <a:p>
            <a:pPr lvl="0">
              <a:defRPr/>
            </a:pPr>
            <a:r>
              <a:rPr lang="en-US" altLang="ko-KR" sz="1200" dirty="0">
                <a:latin typeface="Courier New"/>
                <a:ea typeface="맑은 고딕"/>
                <a:cs typeface="Courier New"/>
              </a:rPr>
              <a:t>  exit(EXIT_FAILURE);</a:t>
            </a:r>
          </a:p>
          <a:p>
            <a:pPr lvl="0">
              <a:defRPr/>
            </a:pPr>
            <a:r>
              <a:rPr lang="en-US" altLang="ko-KR" sz="1200" dirty="0">
                <a:latin typeface="Courier New"/>
                <a:ea typeface="맑은 고딕"/>
                <a:cs typeface="Courier New"/>
              </a:rPr>
              <a:t>} </a:t>
            </a:r>
          </a:p>
          <a:p>
            <a:pPr lvl="0">
              <a:defRPr/>
            </a:pPr>
            <a:endParaRPr lang="en-US" altLang="ko-KR" sz="1200" dirty="0">
              <a:latin typeface="Courier New"/>
              <a:ea typeface="맑은 고딕"/>
              <a:cs typeface="Courier New"/>
            </a:endParaRPr>
          </a:p>
          <a:p>
            <a:pPr lvl="0">
              <a:defRPr/>
            </a:pPr>
            <a:r>
              <a:rPr lang="en-US" altLang="ko-KR" sz="1200" dirty="0">
                <a:latin typeface="Courier New"/>
                <a:ea typeface="맑은 고딕"/>
                <a:cs typeface="Courier New"/>
              </a:rPr>
              <a:t>/* Parent process */</a:t>
            </a:r>
          </a:p>
          <a:p>
            <a:pPr lvl="0">
              <a:defRPr/>
            </a:pPr>
            <a:r>
              <a:rPr lang="en-US" altLang="ko-KR" sz="1200" dirty="0" err="1">
                <a:latin typeface="Courier New"/>
                <a:ea typeface="맑은 고딕"/>
                <a:cs typeface="Courier New"/>
              </a:rPr>
              <a:t>pid</a:t>
            </a:r>
            <a:r>
              <a:rPr lang="en-US" altLang="ko-KR" sz="1200" dirty="0">
                <a:latin typeface="Courier New"/>
                <a:ea typeface="맑은 고딕"/>
                <a:cs typeface="Courier New"/>
              </a:rPr>
              <a:t> = wait(NULL);</a:t>
            </a:r>
          </a:p>
          <a:p>
            <a:pPr lvl="0">
              <a:defRPr/>
            </a:pPr>
            <a:endParaRPr lang="ko-KR" altLang="en-US" sz="1200" dirty="0">
              <a:latin typeface="Courier New"/>
              <a:ea typeface="맑은 고딕"/>
              <a:cs typeface="Courier New"/>
            </a:endParaRPr>
          </a:p>
        </p:txBody>
      </p:sp>
      <p:cxnSp>
        <p:nvCxnSpPr>
          <p:cNvPr id="46" name="직선 화살표 연결선 45">
            <a:extLst>
              <a:ext uri="{FF2B5EF4-FFF2-40B4-BE49-F238E27FC236}">
                <a16:creationId xmlns:a16="http://schemas.microsoft.com/office/drawing/2014/main" id="{76DB6B6F-037E-95A7-0232-9180FAC44525}"/>
              </a:ext>
            </a:extLst>
          </p:cNvPr>
          <p:cNvCxnSpPr>
            <a:cxnSpLocks/>
          </p:cNvCxnSpPr>
          <p:nvPr/>
        </p:nvCxnSpPr>
        <p:spPr>
          <a:xfrm>
            <a:off x="75357" y="4025214"/>
            <a:ext cx="55511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80951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10391-23F8-0CB7-EB88-A6808105CADF}"/>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EB67B4E2-D083-EBA5-893F-3BFE9CD00428}"/>
              </a:ext>
            </a:extLst>
          </p:cNvPr>
          <p:cNvSpPr>
            <a:spLocks noGrp="1"/>
          </p:cNvSpPr>
          <p:nvPr>
            <p:ph type="ctrTitle"/>
          </p:nvPr>
        </p:nvSpPr>
        <p:spPr/>
        <p:txBody>
          <a:bodyPr/>
          <a:lstStyle/>
          <a:p>
            <a:r>
              <a:rPr lang="en-US" altLang="ko-KR" dirty="0"/>
              <a:t>Your TO-DOs for </a:t>
            </a:r>
            <a:r>
              <a:rPr lang="en-US" altLang="ko-KR" dirty="0" err="1"/>
              <a:t>snush</a:t>
            </a:r>
            <a:r>
              <a:rPr lang="en-US" altLang="ko-KR" dirty="0"/>
              <a:t>:</a:t>
            </a:r>
            <a:br>
              <a:rPr lang="en-US" altLang="ko-KR" dirty="0"/>
            </a:br>
            <a:r>
              <a:rPr lang="en-US" altLang="ko-KR" dirty="0"/>
              <a:t>Redirection</a:t>
            </a:r>
            <a:endParaRPr lang="ko-KR" altLang="en-US" dirty="0"/>
          </a:p>
        </p:txBody>
      </p:sp>
      <p:sp>
        <p:nvSpPr>
          <p:cNvPr id="3" name="부제목 2">
            <a:extLst>
              <a:ext uri="{FF2B5EF4-FFF2-40B4-BE49-F238E27FC236}">
                <a16:creationId xmlns:a16="http://schemas.microsoft.com/office/drawing/2014/main" id="{63F9FC09-5E9D-BF2F-0E58-76318F731A45}"/>
              </a:ext>
            </a:extLst>
          </p:cNvPr>
          <p:cNvSpPr>
            <a:spLocks noGrp="1"/>
          </p:cNvSpPr>
          <p:nvPr>
            <p:ph type="subTitle" idx="1"/>
          </p:nvPr>
        </p:nvSpPr>
        <p:spPr/>
        <p:txBody>
          <a:bodyPr/>
          <a:lstStyle/>
          <a:p>
            <a:endParaRPr lang="ko-KR" altLang="en-US" dirty="0"/>
          </a:p>
        </p:txBody>
      </p:sp>
    </p:spTree>
    <p:extLst>
      <p:ext uri="{BB962C8B-B14F-4D97-AF65-F5344CB8AC3E}">
        <p14:creationId xmlns:p14="http://schemas.microsoft.com/office/powerpoint/2010/main" val="30651105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D33063C4-672F-0BF2-BFB9-FC2E6FEAA059}"/>
              </a:ext>
            </a:extLst>
          </p:cNvPr>
          <p:cNvSpPr>
            <a:spLocks noGrp="1"/>
          </p:cNvSpPr>
          <p:nvPr>
            <p:ph type="sldNum" sz="quarter" idx="12"/>
          </p:nvPr>
        </p:nvSpPr>
        <p:spPr/>
        <p:txBody>
          <a:bodyPr/>
          <a:lstStyle/>
          <a:p>
            <a:r>
              <a:rPr lang="en-US" altLang="ko-KR"/>
              <a:t>-</a:t>
            </a:r>
            <a:fld id="{3D16D23B-24D6-455E-BBD7-6975BEA16FD4}" type="slidenum">
              <a:rPr lang="ko-KR" altLang="en-US" smtClean="0"/>
              <a:pPr/>
              <a:t>24</a:t>
            </a:fld>
            <a:r>
              <a:rPr lang="en-US" altLang="ko-KR"/>
              <a:t>-</a:t>
            </a:r>
            <a:endParaRPr lang="ko-KR" altLang="en-US" dirty="0"/>
          </a:p>
        </p:txBody>
      </p:sp>
      <p:sp>
        <p:nvSpPr>
          <p:cNvPr id="3" name="제목 2">
            <a:extLst>
              <a:ext uri="{FF2B5EF4-FFF2-40B4-BE49-F238E27FC236}">
                <a16:creationId xmlns:a16="http://schemas.microsoft.com/office/drawing/2014/main" id="{18D95A95-4888-73DE-3800-85F98AE38764}"/>
              </a:ext>
            </a:extLst>
          </p:cNvPr>
          <p:cNvSpPr>
            <a:spLocks noGrp="1"/>
          </p:cNvSpPr>
          <p:nvPr>
            <p:ph type="title"/>
          </p:nvPr>
        </p:nvSpPr>
        <p:spPr/>
        <p:txBody>
          <a:bodyPr/>
          <a:lstStyle/>
          <a:p>
            <a:r>
              <a:rPr lang="en-US" altLang="ko-KR" dirty="0"/>
              <a:t>Functions</a:t>
            </a:r>
            <a:r>
              <a:rPr lang="ko-KR" altLang="en-US" dirty="0"/>
              <a:t> </a:t>
            </a:r>
            <a:r>
              <a:rPr lang="en-US" altLang="ko-KR" dirty="0"/>
              <a:t>for Redirection</a:t>
            </a:r>
            <a:endParaRPr lang="ko-KR" altLang="en-US" dirty="0"/>
          </a:p>
        </p:txBody>
      </p:sp>
      <p:sp>
        <p:nvSpPr>
          <p:cNvPr id="4" name="텍스트 개체 틀 3">
            <a:extLst>
              <a:ext uri="{FF2B5EF4-FFF2-40B4-BE49-F238E27FC236}">
                <a16:creationId xmlns:a16="http://schemas.microsoft.com/office/drawing/2014/main" id="{055CBF7F-AD35-EEE4-0909-CB19F4E9D2DD}"/>
              </a:ext>
            </a:extLst>
          </p:cNvPr>
          <p:cNvSpPr>
            <a:spLocks noGrp="1"/>
          </p:cNvSpPr>
          <p:nvPr>
            <p:ph type="body" sz="quarter" idx="13"/>
          </p:nvPr>
        </p:nvSpPr>
        <p:spPr>
          <a:xfrm>
            <a:off x="350552" y="939800"/>
            <a:ext cx="11369963" cy="5216742"/>
          </a:xfrm>
        </p:spPr>
        <p:txBody>
          <a:bodyPr/>
          <a:lstStyle/>
          <a:p>
            <a:r>
              <a:rPr lang="en-US" altLang="ko-KR" b="1" dirty="0"/>
              <a:t>You need to implement </a:t>
            </a:r>
            <a:r>
              <a:rPr lang="en-US" altLang="ko-KR" b="1" dirty="0" err="1">
                <a:latin typeface="Courier New" panose="02070309020205020404" pitchFamily="49" charset="0"/>
                <a:cs typeface="Courier New" panose="02070309020205020404" pitchFamily="49" charset="0"/>
              </a:rPr>
              <a:t>redout_handler</a:t>
            </a:r>
            <a:r>
              <a:rPr lang="en-US" altLang="ko-KR" b="1" dirty="0">
                <a:latin typeface="Courier New" panose="02070309020205020404" pitchFamily="49" charset="0"/>
                <a:cs typeface="Courier New" panose="02070309020205020404" pitchFamily="49" charset="0"/>
              </a:rPr>
              <a:t>()</a:t>
            </a:r>
          </a:p>
          <a:p>
            <a:pPr>
              <a:defRPr/>
            </a:pPr>
            <a:r>
              <a:rPr lang="en-US" altLang="ko-KR" dirty="0">
                <a:ea typeface="Tahoma" panose="020B0604030504040204" pitchFamily="34" charset="0"/>
              </a:rPr>
              <a:t>Sample implementation of </a:t>
            </a:r>
            <a:r>
              <a:rPr lang="en-US" altLang="ko-KR" dirty="0" err="1">
                <a:latin typeface="Courier New" panose="02070309020205020404" pitchFamily="49" charset="0"/>
                <a:ea typeface="Tahoma" panose="020B0604030504040204" pitchFamily="34" charset="0"/>
                <a:cs typeface="Courier New" panose="02070309020205020404" pitchFamily="49" charset="0"/>
              </a:rPr>
              <a:t>redin_handler</a:t>
            </a:r>
            <a:r>
              <a:rPr lang="en-US" altLang="ko-KR" dirty="0">
                <a:latin typeface="Courier New" panose="02070309020205020404" pitchFamily="49" charset="0"/>
                <a:ea typeface="Tahoma" panose="020B0604030504040204" pitchFamily="34" charset="0"/>
                <a:cs typeface="Courier New" panose="02070309020205020404" pitchFamily="49" charset="0"/>
              </a:rPr>
              <a:t>()</a:t>
            </a:r>
            <a:r>
              <a:rPr lang="en-US" altLang="ko-KR" dirty="0">
                <a:ea typeface="Tahoma" panose="020B0604030504040204" pitchFamily="34" charset="0"/>
              </a:rPr>
              <a:t>is provided in the skeleton code</a:t>
            </a:r>
          </a:p>
          <a:p>
            <a:r>
              <a:rPr lang="en-US" altLang="ko-KR" dirty="0">
                <a:ea typeface="Tahoma" panose="020B0604030504040204" pitchFamily="34" charset="0"/>
              </a:rPr>
              <a:t>Important system calls to utilize</a:t>
            </a:r>
          </a:p>
          <a:p>
            <a:pPr lvl="1"/>
            <a:r>
              <a:rPr lang="en-US" altLang="ko-KR" dirty="0">
                <a:latin typeface="Courier New" panose="02070309020205020404" pitchFamily="49" charset="0"/>
                <a:ea typeface="Tahoma" panose="020B0604030504040204" pitchFamily="34" charset="0"/>
                <a:cs typeface="Courier New" panose="02070309020205020404" pitchFamily="49" charset="0"/>
              </a:rPr>
              <a:t>open()</a:t>
            </a:r>
          </a:p>
          <a:p>
            <a:pPr lvl="1"/>
            <a:r>
              <a:rPr lang="en-US" altLang="ko-KR" dirty="0">
                <a:latin typeface="Courier New" panose="02070309020205020404" pitchFamily="49" charset="0"/>
                <a:ea typeface="Tahoma" panose="020B0604030504040204" pitchFamily="34" charset="0"/>
                <a:cs typeface="Courier New" panose="02070309020205020404" pitchFamily="49" charset="0"/>
              </a:rPr>
              <a:t>close()</a:t>
            </a:r>
          </a:p>
          <a:p>
            <a:pPr lvl="1"/>
            <a:r>
              <a:rPr lang="en-US" altLang="ko-KR" dirty="0">
                <a:latin typeface="Courier New" panose="02070309020205020404" pitchFamily="49" charset="0"/>
                <a:ea typeface="Tahoma" panose="020B0604030504040204" pitchFamily="34" charset="0"/>
                <a:cs typeface="Courier New" panose="02070309020205020404" pitchFamily="49" charset="0"/>
              </a:rPr>
              <a:t>dup2()</a:t>
            </a:r>
          </a:p>
          <a:p>
            <a:pPr>
              <a:defRPr/>
            </a:pPr>
            <a:endParaRPr lang="en-US" altLang="ko-KR" dirty="0">
              <a:ea typeface="Tahoma" panose="020B0604030504040204" pitchFamily="34" charset="0"/>
            </a:endParaRPr>
          </a:p>
        </p:txBody>
      </p:sp>
    </p:spTree>
    <p:extLst>
      <p:ext uri="{BB962C8B-B14F-4D97-AF65-F5344CB8AC3E}">
        <p14:creationId xmlns:p14="http://schemas.microsoft.com/office/powerpoint/2010/main" val="18612259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0B1D0-6997-C68D-CA73-5781E2320858}"/>
            </a:ext>
          </a:extLst>
        </p:cNvPr>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D8918574-308E-A32A-51B0-C850B3737358}"/>
              </a:ext>
            </a:extLst>
          </p:cNvPr>
          <p:cNvSpPr>
            <a:spLocks noGrp="1"/>
          </p:cNvSpPr>
          <p:nvPr>
            <p:ph type="sldNum" sz="quarter" idx="12"/>
          </p:nvPr>
        </p:nvSpPr>
        <p:spPr/>
        <p:txBody>
          <a:bodyPr/>
          <a:lstStyle/>
          <a:p>
            <a:r>
              <a:rPr lang="en-US" altLang="ko-KR"/>
              <a:t>-</a:t>
            </a:r>
            <a:fld id="{3D16D23B-24D6-455E-BBD7-6975BEA16FD4}" type="slidenum">
              <a:rPr lang="ko-KR" altLang="en-US" smtClean="0"/>
              <a:pPr/>
              <a:t>25</a:t>
            </a:fld>
            <a:r>
              <a:rPr lang="en-US" altLang="ko-KR"/>
              <a:t>-</a:t>
            </a:r>
            <a:endParaRPr lang="ko-KR" altLang="en-US" dirty="0"/>
          </a:p>
        </p:txBody>
      </p:sp>
      <p:sp>
        <p:nvSpPr>
          <p:cNvPr id="3" name="제목 2">
            <a:extLst>
              <a:ext uri="{FF2B5EF4-FFF2-40B4-BE49-F238E27FC236}">
                <a16:creationId xmlns:a16="http://schemas.microsoft.com/office/drawing/2014/main" id="{69E1FFC4-7CFB-3354-7C7B-C4CC083F6133}"/>
              </a:ext>
            </a:extLst>
          </p:cNvPr>
          <p:cNvSpPr>
            <a:spLocks noGrp="1"/>
          </p:cNvSpPr>
          <p:nvPr>
            <p:ph type="title"/>
          </p:nvPr>
        </p:nvSpPr>
        <p:spPr/>
        <p:txBody>
          <a:bodyPr/>
          <a:lstStyle/>
          <a:p>
            <a:r>
              <a:rPr lang="en-US" altLang="ko-KR" dirty="0"/>
              <a:t>Implementing Redirection in </a:t>
            </a:r>
            <a:r>
              <a:rPr lang="en-US" altLang="ko-KR"/>
              <a:t>snush</a:t>
            </a:r>
            <a:endParaRPr lang="ko-KR" altLang="en-US" dirty="0"/>
          </a:p>
        </p:txBody>
      </p:sp>
      <p:sp>
        <p:nvSpPr>
          <p:cNvPr id="4" name="텍스트 개체 틀 3">
            <a:extLst>
              <a:ext uri="{FF2B5EF4-FFF2-40B4-BE49-F238E27FC236}">
                <a16:creationId xmlns:a16="http://schemas.microsoft.com/office/drawing/2014/main" id="{9A1886A8-8351-04F1-0054-118009BCC0FC}"/>
              </a:ext>
            </a:extLst>
          </p:cNvPr>
          <p:cNvSpPr>
            <a:spLocks noGrp="1"/>
          </p:cNvSpPr>
          <p:nvPr>
            <p:ph type="body" sz="quarter" idx="13"/>
          </p:nvPr>
        </p:nvSpPr>
        <p:spPr>
          <a:xfrm>
            <a:off x="350552" y="946063"/>
            <a:ext cx="11369963" cy="5216742"/>
          </a:xfrm>
        </p:spPr>
        <p:txBody>
          <a:bodyPr/>
          <a:lstStyle/>
          <a:p>
            <a:r>
              <a:rPr lang="en-US" altLang="ko-KR" dirty="0"/>
              <a:t>Redirect its input and output to a specified file before the command is executed</a:t>
            </a:r>
          </a:p>
          <a:p>
            <a:r>
              <a:rPr lang="en-US" altLang="ko-KR" dirty="0">
                <a:latin typeface="Courier New" panose="02070309020205020404" pitchFamily="49" charset="0"/>
                <a:cs typeface="Courier New" panose="02070309020205020404" pitchFamily="49" charset="0"/>
              </a:rPr>
              <a:t>stdin</a:t>
            </a:r>
            <a:r>
              <a:rPr lang="en-US" altLang="ko-KR" dirty="0"/>
              <a:t> redirection: opens a file (w/ read-only perm.), replaces </a:t>
            </a:r>
            <a:r>
              <a:rPr lang="en-US" altLang="ko-KR" dirty="0">
                <a:latin typeface="Courier New" panose="02070309020205020404" pitchFamily="49" charset="0"/>
                <a:cs typeface="Courier New" panose="02070309020205020404" pitchFamily="49" charset="0"/>
              </a:rPr>
              <a:t>stdin</a:t>
            </a:r>
            <a:r>
              <a:rPr lang="en-US" altLang="ko-KR" dirty="0"/>
              <a:t> with the </a:t>
            </a:r>
            <a:r>
              <a:rPr lang="en-US" altLang="ko-KR" dirty="0" err="1"/>
              <a:t>fd</a:t>
            </a:r>
            <a:endParaRPr lang="en-US" altLang="ko-KR" dirty="0"/>
          </a:p>
          <a:p>
            <a:r>
              <a:rPr lang="en-US" altLang="ko-KR" dirty="0" err="1">
                <a:latin typeface="Courier New" panose="02070309020205020404" pitchFamily="49" charset="0"/>
                <a:cs typeface="Courier New" panose="02070309020205020404" pitchFamily="49" charset="0"/>
              </a:rPr>
              <a:t>stdout</a:t>
            </a:r>
            <a:r>
              <a:rPr lang="en-US" altLang="ko-KR" dirty="0"/>
              <a:t> redirection: replaces </a:t>
            </a:r>
            <a:r>
              <a:rPr lang="en-US" altLang="ko-KR" dirty="0" err="1">
                <a:latin typeface="Courier New" panose="02070309020205020404" pitchFamily="49" charset="0"/>
                <a:cs typeface="Courier New" panose="02070309020205020404" pitchFamily="49" charset="0"/>
              </a:rPr>
              <a:t>stdout</a:t>
            </a:r>
            <a:r>
              <a:rPr lang="en-US" altLang="ko-KR" dirty="0"/>
              <a:t> with the redirected </a:t>
            </a:r>
            <a:r>
              <a:rPr lang="en-US" altLang="ko-KR" dirty="0" err="1"/>
              <a:t>fd</a:t>
            </a:r>
            <a:endParaRPr lang="en-US" altLang="ko-KR" dirty="0"/>
          </a:p>
          <a:p>
            <a:pPr lvl="1"/>
            <a:r>
              <a:rPr lang="en-US" altLang="ko-KR" dirty="0"/>
              <a:t>Set appropriate permissions for the output file</a:t>
            </a:r>
          </a:p>
          <a:p>
            <a:r>
              <a:rPr lang="en-US" altLang="ko-KR" b="1" dirty="0"/>
              <a:t>No need to support </a:t>
            </a:r>
            <a:r>
              <a:rPr lang="en-US" altLang="ko-KR" b="1" dirty="0">
                <a:latin typeface="Courier New" panose="02070309020205020404" pitchFamily="49" charset="0"/>
                <a:cs typeface="Courier New" panose="02070309020205020404" pitchFamily="49" charset="0"/>
              </a:rPr>
              <a:t>stderr</a:t>
            </a:r>
            <a:r>
              <a:rPr lang="en-US" altLang="ko-KR" b="1" dirty="0"/>
              <a:t> redirection</a:t>
            </a:r>
          </a:p>
        </p:txBody>
      </p:sp>
    </p:spTree>
    <p:extLst>
      <p:ext uri="{BB962C8B-B14F-4D97-AF65-F5344CB8AC3E}">
        <p14:creationId xmlns:p14="http://schemas.microsoft.com/office/powerpoint/2010/main" val="1574390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82C7F-6D82-95E9-98F8-8A99847FCBF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5DE428EF-E299-14AB-AF22-251C96B8C3CA}"/>
              </a:ext>
            </a:extLst>
          </p:cNvPr>
          <p:cNvSpPr>
            <a:spLocks noGrp="1"/>
          </p:cNvSpPr>
          <p:nvPr>
            <p:ph type="ctrTitle"/>
          </p:nvPr>
        </p:nvSpPr>
        <p:spPr/>
        <p:txBody>
          <a:bodyPr/>
          <a:lstStyle/>
          <a:p>
            <a:r>
              <a:rPr lang="en-US" altLang="ko-KR" dirty="0"/>
              <a:t>Support for Pipe</a:t>
            </a:r>
            <a:endParaRPr lang="ko-KR" altLang="en-US" dirty="0"/>
          </a:p>
        </p:txBody>
      </p:sp>
      <p:sp>
        <p:nvSpPr>
          <p:cNvPr id="3" name="부제목 2">
            <a:extLst>
              <a:ext uri="{FF2B5EF4-FFF2-40B4-BE49-F238E27FC236}">
                <a16:creationId xmlns:a16="http://schemas.microsoft.com/office/drawing/2014/main" id="{E16CCA94-102D-1044-FE9D-6B4471832DF0}"/>
              </a:ext>
            </a:extLst>
          </p:cNvPr>
          <p:cNvSpPr>
            <a:spLocks noGrp="1"/>
          </p:cNvSpPr>
          <p:nvPr>
            <p:ph type="subTitle" idx="1"/>
          </p:nvPr>
        </p:nvSpPr>
        <p:spPr/>
        <p:txBody>
          <a:bodyPr/>
          <a:lstStyle/>
          <a:p>
            <a:endParaRPr lang="ko-KR" altLang="en-US" dirty="0"/>
          </a:p>
        </p:txBody>
      </p:sp>
    </p:spTree>
    <p:extLst>
      <p:ext uri="{BB962C8B-B14F-4D97-AF65-F5344CB8AC3E}">
        <p14:creationId xmlns:p14="http://schemas.microsoft.com/office/powerpoint/2010/main" val="666271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B3BB4D5E-5B05-FA4C-4517-A09A2BFCB3BC}"/>
              </a:ext>
            </a:extLst>
          </p:cNvPr>
          <p:cNvSpPr>
            <a:spLocks noGrp="1"/>
          </p:cNvSpPr>
          <p:nvPr>
            <p:ph type="sldNum" sz="quarter" idx="12"/>
          </p:nvPr>
        </p:nvSpPr>
        <p:spPr/>
        <p:txBody>
          <a:bodyPr/>
          <a:lstStyle/>
          <a:p>
            <a:r>
              <a:rPr lang="en-US" altLang="ko-KR"/>
              <a:t>-</a:t>
            </a:r>
            <a:fld id="{3D16D23B-24D6-455E-BBD7-6975BEA16FD4}" type="slidenum">
              <a:rPr lang="ko-KR" altLang="en-US" smtClean="0"/>
              <a:pPr/>
              <a:t>27</a:t>
            </a:fld>
            <a:r>
              <a:rPr lang="en-US" altLang="ko-KR"/>
              <a:t>-</a:t>
            </a:r>
            <a:endParaRPr lang="ko-KR" altLang="en-US" dirty="0"/>
          </a:p>
        </p:txBody>
      </p:sp>
      <p:sp>
        <p:nvSpPr>
          <p:cNvPr id="3" name="제목 2">
            <a:extLst>
              <a:ext uri="{FF2B5EF4-FFF2-40B4-BE49-F238E27FC236}">
                <a16:creationId xmlns:a16="http://schemas.microsoft.com/office/drawing/2014/main" id="{990A7D75-41B6-69A8-879A-C5D86F3F8311}"/>
              </a:ext>
            </a:extLst>
          </p:cNvPr>
          <p:cNvSpPr>
            <a:spLocks noGrp="1"/>
          </p:cNvSpPr>
          <p:nvPr>
            <p:ph type="title"/>
          </p:nvPr>
        </p:nvSpPr>
        <p:spPr/>
        <p:txBody>
          <a:bodyPr/>
          <a:lstStyle/>
          <a:p>
            <a:r>
              <a:rPr lang="en-US" altLang="ko-KR" dirty="0"/>
              <a:t>Example Use of Pipes</a:t>
            </a:r>
            <a:endParaRPr lang="ko-KR" altLang="en-US" dirty="0"/>
          </a:p>
        </p:txBody>
      </p:sp>
      <p:sp>
        <p:nvSpPr>
          <p:cNvPr id="4" name="텍스트 개체 틀 3">
            <a:extLst>
              <a:ext uri="{FF2B5EF4-FFF2-40B4-BE49-F238E27FC236}">
                <a16:creationId xmlns:a16="http://schemas.microsoft.com/office/drawing/2014/main" id="{DF36FE03-0148-713E-892D-76E788488CA6}"/>
              </a:ext>
            </a:extLst>
          </p:cNvPr>
          <p:cNvSpPr>
            <a:spLocks noGrp="1"/>
          </p:cNvSpPr>
          <p:nvPr>
            <p:ph type="body" sz="quarter" idx="13"/>
          </p:nvPr>
        </p:nvSpPr>
        <p:spPr/>
        <p:txBody>
          <a:bodyPr/>
          <a:lstStyle/>
          <a:p>
            <a:r>
              <a:rPr lang="en-US" altLang="ko-KR" dirty="0"/>
              <a:t>The file “</a:t>
            </a:r>
            <a:r>
              <a:rPr lang="en-US" altLang="ko-KR" dirty="0">
                <a:latin typeface="Courier New" panose="02070309020205020404" pitchFamily="49" charset="0"/>
                <a:cs typeface="Courier New" panose="02070309020205020404" pitchFamily="49" charset="0"/>
              </a:rPr>
              <a:t>student_ids.txt</a:t>
            </a:r>
            <a:r>
              <a:rPr lang="en-US" altLang="ko-KR" dirty="0"/>
              <a:t>” contains many student entries</a:t>
            </a:r>
          </a:p>
          <a:p>
            <a:r>
              <a:rPr lang="en-US" altLang="ko-KR" dirty="0"/>
              <a:t>Find all students with the last name “Park”</a:t>
            </a:r>
          </a:p>
          <a:p>
            <a:pPr lvl="1"/>
            <a:r>
              <a:rPr lang="en-US" altLang="ko-KR" dirty="0">
                <a:ea typeface="Tahoma" panose="020B0604030504040204" pitchFamily="34" charset="0"/>
              </a:rPr>
              <a:t>$</a:t>
            </a:r>
            <a:r>
              <a:rPr lang="en-US" altLang="ko-KR" dirty="0">
                <a:latin typeface="Courier New" panose="02070309020205020404" pitchFamily="49" charset="0"/>
                <a:cs typeface="Courier New" panose="02070309020205020404" pitchFamily="49" charset="0"/>
              </a:rPr>
              <a:t> grep Park student_ids.txt</a:t>
            </a:r>
          </a:p>
          <a:p>
            <a:r>
              <a:rPr lang="en-US" altLang="ko-KR" dirty="0">
                <a:ea typeface="Tahoma" panose="020B0604030504040204" pitchFamily="34" charset="0"/>
              </a:rPr>
              <a:t>List the results in order of student id</a:t>
            </a:r>
          </a:p>
          <a:p>
            <a:pPr lvl="1"/>
            <a:r>
              <a:rPr lang="en-US" altLang="ko-KR" dirty="0">
                <a:ea typeface="Tahoma" panose="020B0604030504040204" pitchFamily="34" charset="0"/>
              </a:rPr>
              <a:t>$</a:t>
            </a:r>
            <a:r>
              <a:rPr lang="en-US" altLang="ko-KR" dirty="0">
                <a:latin typeface="Courier New" panose="02070309020205020404" pitchFamily="49" charset="0"/>
                <a:cs typeface="Courier New" panose="02070309020205020404" pitchFamily="49" charset="0"/>
              </a:rPr>
              <a:t> grep Park student_ids.txt | sort -n</a:t>
            </a:r>
          </a:p>
          <a:p>
            <a:pPr lvl="1"/>
            <a:endParaRPr lang="en-US" altLang="ko-KR" dirty="0">
              <a:ea typeface="Tahoma" panose="020B0604030504040204" pitchFamily="34" charset="0"/>
            </a:endParaRPr>
          </a:p>
          <a:p>
            <a:endParaRPr lang="ko-KR" altLang="en-US" dirty="0"/>
          </a:p>
        </p:txBody>
      </p:sp>
      <p:pic>
        <p:nvPicPr>
          <p:cNvPr id="6" name="그림 5">
            <a:extLst>
              <a:ext uri="{FF2B5EF4-FFF2-40B4-BE49-F238E27FC236}">
                <a16:creationId xmlns:a16="http://schemas.microsoft.com/office/drawing/2014/main" id="{7B76DDDC-10C4-33EB-D822-220E28866DFD}"/>
              </a:ext>
            </a:extLst>
          </p:cNvPr>
          <p:cNvPicPr>
            <a:picLocks noChangeAspect="1"/>
          </p:cNvPicPr>
          <p:nvPr/>
        </p:nvPicPr>
        <p:blipFill>
          <a:blip r:embed="rId3"/>
          <a:stretch>
            <a:fillRect/>
          </a:stretch>
        </p:blipFill>
        <p:spPr>
          <a:xfrm>
            <a:off x="3365027" y="3569677"/>
            <a:ext cx="4740051" cy="2149026"/>
          </a:xfrm>
          <a:prstGeom prst="rect">
            <a:avLst/>
          </a:prstGeom>
        </p:spPr>
      </p:pic>
    </p:spTree>
    <p:extLst>
      <p:ext uri="{BB962C8B-B14F-4D97-AF65-F5344CB8AC3E}">
        <p14:creationId xmlns:p14="http://schemas.microsoft.com/office/powerpoint/2010/main" val="21006437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A6F443D4-D3A7-7B6C-3F1C-4FD719EE4BE5}"/>
              </a:ext>
            </a:extLst>
          </p:cNvPr>
          <p:cNvSpPr>
            <a:spLocks noGrp="1"/>
          </p:cNvSpPr>
          <p:nvPr>
            <p:ph type="sldNum" sz="quarter" idx="12"/>
          </p:nvPr>
        </p:nvSpPr>
        <p:spPr/>
        <p:txBody>
          <a:bodyPr/>
          <a:lstStyle/>
          <a:p>
            <a:r>
              <a:rPr lang="en-US" altLang="ko-KR"/>
              <a:t>-</a:t>
            </a:r>
            <a:fld id="{3D16D23B-24D6-455E-BBD7-6975BEA16FD4}" type="slidenum">
              <a:rPr lang="ko-KR" altLang="en-US" smtClean="0"/>
              <a:pPr/>
              <a:t>28</a:t>
            </a:fld>
            <a:r>
              <a:rPr lang="en-US" altLang="ko-KR"/>
              <a:t>-</a:t>
            </a:r>
            <a:endParaRPr lang="ko-KR" altLang="en-US" dirty="0"/>
          </a:p>
        </p:txBody>
      </p:sp>
      <p:sp>
        <p:nvSpPr>
          <p:cNvPr id="3" name="제목 2">
            <a:extLst>
              <a:ext uri="{FF2B5EF4-FFF2-40B4-BE49-F238E27FC236}">
                <a16:creationId xmlns:a16="http://schemas.microsoft.com/office/drawing/2014/main" id="{784FE744-F7B0-6C82-AD4A-BEA2EB5508AD}"/>
              </a:ext>
            </a:extLst>
          </p:cNvPr>
          <p:cNvSpPr>
            <a:spLocks noGrp="1"/>
          </p:cNvSpPr>
          <p:nvPr>
            <p:ph type="title"/>
          </p:nvPr>
        </p:nvSpPr>
        <p:spPr/>
        <p:txBody>
          <a:bodyPr/>
          <a:lstStyle/>
          <a:p>
            <a:r>
              <a:rPr lang="en-US" altLang="ko-KR" dirty="0"/>
              <a:t>System calls for Pipe</a:t>
            </a:r>
            <a:endParaRPr lang="ko-KR" altLang="en-US" dirty="0"/>
          </a:p>
        </p:txBody>
      </p:sp>
      <p:sp>
        <p:nvSpPr>
          <p:cNvPr id="4" name="텍스트 개체 틀 3">
            <a:extLst>
              <a:ext uri="{FF2B5EF4-FFF2-40B4-BE49-F238E27FC236}">
                <a16:creationId xmlns:a16="http://schemas.microsoft.com/office/drawing/2014/main" id="{0F7BF2BC-4BAD-36C4-C863-2CAF7746FE1D}"/>
              </a:ext>
            </a:extLst>
          </p:cNvPr>
          <p:cNvSpPr>
            <a:spLocks noGrp="1"/>
          </p:cNvSpPr>
          <p:nvPr>
            <p:ph type="body" sz="quarter" idx="13"/>
          </p:nvPr>
        </p:nvSpPr>
        <p:spPr>
          <a:xfrm>
            <a:off x="225861" y="956426"/>
            <a:ext cx="11369963" cy="5140325"/>
          </a:xfrm>
        </p:spPr>
        <p:txBody>
          <a:bodyPr/>
          <a:lstStyle/>
          <a:p>
            <a:r>
              <a:rPr lang="en-US" altLang="ko-KR" dirty="0"/>
              <a:t>A pipe allows two processes on the same machine to exchange data</a:t>
            </a:r>
          </a:p>
          <a:p>
            <a:pPr lvl="1"/>
            <a:r>
              <a:rPr lang="en-US" altLang="ko-KR" dirty="0" err="1">
                <a:latin typeface="Courier New" panose="02070309020205020404" pitchFamily="49" charset="0"/>
                <a:cs typeface="Courier New" panose="02070309020205020404" pitchFamily="49" charset="0"/>
              </a:rPr>
              <a:t>stdout</a:t>
            </a:r>
            <a:r>
              <a:rPr lang="en-US" altLang="ko-KR" dirty="0"/>
              <a:t> of the previous program flows into </a:t>
            </a:r>
            <a:r>
              <a:rPr lang="en-US" altLang="ko-KR" dirty="0">
                <a:latin typeface="Courier New" panose="02070309020205020404" pitchFamily="49" charset="0"/>
                <a:cs typeface="Courier New" panose="02070309020205020404" pitchFamily="49" charset="0"/>
              </a:rPr>
              <a:t>stdin</a:t>
            </a:r>
            <a:r>
              <a:rPr lang="en-US" altLang="ko-KR" dirty="0"/>
              <a:t> of the next program</a:t>
            </a:r>
          </a:p>
          <a:p>
            <a:r>
              <a:rPr lang="en-US" altLang="ko-KR" dirty="0"/>
              <a:t>How?</a:t>
            </a:r>
          </a:p>
          <a:p>
            <a:pPr lvl="1"/>
            <a:r>
              <a:rPr lang="en-US" altLang="ko-KR" dirty="0"/>
              <a:t>Use </a:t>
            </a:r>
            <a:r>
              <a:rPr lang="en-US" altLang="ko-KR" dirty="0">
                <a:latin typeface="Courier New" panose="02070309020205020404" pitchFamily="49" charset="0"/>
                <a:cs typeface="Courier New" panose="02070309020205020404" pitchFamily="49" charset="0"/>
              </a:rPr>
              <a:t>pipe()</a:t>
            </a:r>
            <a:r>
              <a:rPr lang="en-US" altLang="ko-KR" dirty="0"/>
              <a:t>to create a pair of </a:t>
            </a:r>
            <a:r>
              <a:rPr lang="en-US" altLang="ko-KR" dirty="0" err="1"/>
              <a:t>fds</a:t>
            </a:r>
            <a:r>
              <a:rPr lang="en-US" altLang="ko-KR" dirty="0"/>
              <a:t> (2 </a:t>
            </a:r>
            <a:r>
              <a:rPr lang="en-US" altLang="ko-KR" dirty="0" err="1"/>
              <a:t>fds</a:t>
            </a:r>
            <a:r>
              <a:rPr lang="en-US" altLang="ko-KR" dirty="0"/>
              <a:t>) that are connected to each other</a:t>
            </a:r>
          </a:p>
          <a:p>
            <a:pPr lvl="2"/>
            <a:r>
              <a:rPr lang="en-US" altLang="ko-KR" dirty="0">
                <a:latin typeface="Courier New" panose="02070309020205020404" pitchFamily="49" charset="0"/>
                <a:ea typeface="Tahoma" panose="020B0604030504040204" pitchFamily="34" charset="0"/>
                <a:cs typeface="Courier New" panose="02070309020205020404" pitchFamily="49" charset="0"/>
              </a:rPr>
              <a:t>pipe()</a:t>
            </a:r>
            <a:r>
              <a:rPr lang="en-US" altLang="ko-KR" dirty="0">
                <a:ea typeface="Tahoma" panose="020B0604030504040204" pitchFamily="34" charset="0"/>
              </a:rPr>
              <a:t> creates a unidirectional communication line (one for read-only, the other for write-only)</a:t>
            </a:r>
            <a:endParaRPr lang="en-US" altLang="ko-KR" dirty="0"/>
          </a:p>
          <a:p>
            <a:pPr lvl="1"/>
            <a:r>
              <a:rPr lang="en-US" altLang="ko-KR" dirty="0"/>
              <a:t>Use </a:t>
            </a:r>
            <a:r>
              <a:rPr lang="en-US" altLang="ko-KR" dirty="0">
                <a:latin typeface="Courier New" panose="02070309020205020404" pitchFamily="49" charset="0"/>
                <a:cs typeface="Courier New" panose="02070309020205020404" pitchFamily="49" charset="0"/>
              </a:rPr>
              <a:t>fork()</a:t>
            </a:r>
            <a:r>
              <a:rPr lang="en-US" altLang="ko-KR" dirty="0"/>
              <a:t>to create a child process that shares the two </a:t>
            </a:r>
            <a:r>
              <a:rPr lang="en-US" altLang="ko-KR" dirty="0" err="1"/>
              <a:t>fds</a:t>
            </a:r>
            <a:r>
              <a:rPr lang="en-US" altLang="ko-KR" dirty="0"/>
              <a:t> with the parent</a:t>
            </a:r>
          </a:p>
          <a:p>
            <a:pPr lvl="1"/>
            <a:r>
              <a:rPr lang="en-US" altLang="ko-KR" dirty="0"/>
              <a:t>Use </a:t>
            </a:r>
            <a:r>
              <a:rPr lang="en-US" altLang="ko-KR" dirty="0">
                <a:latin typeface="Courier New" panose="02070309020205020404" pitchFamily="49" charset="0"/>
                <a:cs typeface="Courier New" panose="02070309020205020404" pitchFamily="49" charset="0"/>
              </a:rPr>
              <a:t>dup2()</a:t>
            </a:r>
            <a:r>
              <a:rPr lang="en-US" altLang="ko-KR" dirty="0"/>
              <a:t>to connect the pipe </a:t>
            </a:r>
            <a:r>
              <a:rPr lang="en-US" altLang="ko-KR" dirty="0" err="1"/>
              <a:t>fds</a:t>
            </a:r>
            <a:r>
              <a:rPr lang="en-US" altLang="ko-KR" dirty="0"/>
              <a:t> to the </a:t>
            </a:r>
            <a:r>
              <a:rPr lang="en-US" altLang="ko-KR" dirty="0">
                <a:latin typeface="Courier New" panose="02070309020205020404" pitchFamily="49" charset="0"/>
                <a:cs typeface="Courier New" panose="02070309020205020404" pitchFamily="49" charset="0"/>
              </a:rPr>
              <a:t>stdin</a:t>
            </a:r>
            <a:r>
              <a:rPr lang="en-US" altLang="ko-KR" dirty="0"/>
              <a:t>, </a:t>
            </a:r>
            <a:r>
              <a:rPr lang="en-US" altLang="ko-KR" dirty="0" err="1">
                <a:latin typeface="Courier New" panose="02070309020205020404" pitchFamily="49" charset="0"/>
                <a:cs typeface="Courier New" panose="02070309020205020404" pitchFamily="49" charset="0"/>
              </a:rPr>
              <a:t>stdout</a:t>
            </a:r>
            <a:r>
              <a:rPr lang="en-US" altLang="ko-KR" dirty="0"/>
              <a:t> of the processes</a:t>
            </a:r>
            <a:endParaRPr lang="en-US" altLang="ko-KR" dirty="0">
              <a:latin typeface="Courier New" panose="02070309020205020404" pitchFamily="49" charset="0"/>
              <a:cs typeface="Courier New" panose="02070309020205020404" pitchFamily="49" charset="0"/>
            </a:endParaRPr>
          </a:p>
          <a:p>
            <a:pPr lvl="1"/>
            <a:endParaRPr lang="en-US" altLang="ko-KR" dirty="0"/>
          </a:p>
          <a:p>
            <a:r>
              <a:rPr lang="en-US" altLang="ko-KR" dirty="0"/>
              <a:t>Pipe descriptors are file descriptors in UNIX</a:t>
            </a:r>
            <a:endParaRPr lang="en-US" altLang="ko-KR" dirty="0">
              <a:latin typeface="Courier New" panose="02070309020205020404" pitchFamily="49" charset="0"/>
              <a:cs typeface="Courier New" panose="02070309020205020404" pitchFamily="49" charset="0"/>
            </a:endParaRPr>
          </a:p>
          <a:p>
            <a:pPr lvl="1"/>
            <a:endParaRPr lang="en-US" altLang="ko-KR" dirty="0"/>
          </a:p>
        </p:txBody>
      </p:sp>
    </p:spTree>
    <p:extLst>
      <p:ext uri="{BB962C8B-B14F-4D97-AF65-F5344CB8AC3E}">
        <p14:creationId xmlns:p14="http://schemas.microsoft.com/office/powerpoint/2010/main" val="7066026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1FC4F-E8F6-8ABD-DAE5-D66C14E83F0C}"/>
            </a:ext>
          </a:extLst>
        </p:cNvPr>
        <p:cNvGrpSpPr/>
        <p:nvPr/>
      </p:nvGrpSpPr>
      <p:grpSpPr>
        <a:xfrm>
          <a:off x="0" y="0"/>
          <a:ext cx="0" cy="0"/>
          <a:chOff x="0" y="0"/>
          <a:chExt cx="0" cy="0"/>
        </a:xfrm>
      </p:grpSpPr>
      <p:sp>
        <p:nvSpPr>
          <p:cNvPr id="3" name="제목 3">
            <a:extLst>
              <a:ext uri="{FF2B5EF4-FFF2-40B4-BE49-F238E27FC236}">
                <a16:creationId xmlns:a16="http://schemas.microsoft.com/office/drawing/2014/main" id="{7FC0E624-1F9C-BAA1-66DE-6790DB9B3C2E}"/>
              </a:ext>
            </a:extLst>
          </p:cNvPr>
          <p:cNvSpPr>
            <a:spLocks noGrp="1"/>
          </p:cNvSpPr>
          <p:nvPr>
            <p:ph type="title"/>
          </p:nvPr>
        </p:nvSpPr>
        <p:spPr/>
        <p:txBody>
          <a:bodyPr/>
          <a:lstStyle/>
          <a:p>
            <a:pPr>
              <a:defRPr/>
            </a:pPr>
            <a:r>
              <a:rPr lang="en-US" altLang="ko-KR" dirty="0"/>
              <a:t>Unidirectional</a:t>
            </a:r>
            <a:r>
              <a:rPr lang="ko-KR" altLang="en-US" dirty="0"/>
              <a:t> </a:t>
            </a:r>
            <a:r>
              <a:rPr lang="en-US" altLang="ko-KR" dirty="0"/>
              <a:t>Communication</a:t>
            </a:r>
            <a:endParaRPr lang="en-US" altLang="ko-KR" sz="2600" dirty="0">
              <a:ea typeface="Tahoma" panose="020B0604030504040204" pitchFamily="34" charset="0"/>
            </a:endParaRPr>
          </a:p>
        </p:txBody>
      </p:sp>
      <p:sp>
        <p:nvSpPr>
          <p:cNvPr id="4" name="텍스트 개체 틀 7">
            <a:extLst>
              <a:ext uri="{FF2B5EF4-FFF2-40B4-BE49-F238E27FC236}">
                <a16:creationId xmlns:a16="http://schemas.microsoft.com/office/drawing/2014/main" id="{D8FF39AA-D7F6-4216-C982-9C741A6B018E}"/>
              </a:ext>
            </a:extLst>
          </p:cNvPr>
          <p:cNvSpPr>
            <a:spLocks noGrp="1"/>
          </p:cNvSpPr>
          <p:nvPr>
            <p:ph type="body" sz="quarter" idx="13" hasCustomPrompt="1"/>
          </p:nvPr>
        </p:nvSpPr>
        <p:spPr>
          <a:xfrm>
            <a:off x="411018" y="990066"/>
            <a:ext cx="11369963" cy="5276051"/>
          </a:xfrm>
        </p:spPr>
        <p:txBody>
          <a:bodyPr/>
          <a:lstStyle/>
          <a:p>
            <a:pPr>
              <a:defRPr/>
            </a:pPr>
            <a:r>
              <a:rPr lang="en-US" altLang="ko-KR" dirty="0">
                <a:latin typeface="Courier New" panose="02070309020205020404" pitchFamily="49" charset="0"/>
                <a:ea typeface="Tahoma" panose="020B0604030504040204" pitchFamily="34" charset="0"/>
                <a:cs typeface="Courier New" panose="02070309020205020404" pitchFamily="49" charset="0"/>
              </a:rPr>
              <a:t>int pipe(int </a:t>
            </a:r>
            <a:r>
              <a:rPr lang="en-US" altLang="ko-KR" dirty="0" err="1">
                <a:latin typeface="Courier New" panose="02070309020205020404" pitchFamily="49" charset="0"/>
                <a:ea typeface="Tahoma" panose="020B0604030504040204" pitchFamily="34" charset="0"/>
                <a:cs typeface="Courier New" panose="02070309020205020404" pitchFamily="49" charset="0"/>
              </a:rPr>
              <a:t>fd</a:t>
            </a:r>
            <a:r>
              <a:rPr lang="en-US" altLang="ko-KR" dirty="0">
                <a:latin typeface="Courier New" panose="02070309020205020404" pitchFamily="49" charset="0"/>
                <a:ea typeface="Tahoma" panose="020B0604030504040204" pitchFamily="34" charset="0"/>
                <a:cs typeface="Courier New" panose="02070309020205020404" pitchFamily="49" charset="0"/>
              </a:rPr>
              <a:t>[2])</a:t>
            </a:r>
            <a:r>
              <a:rPr lang="en-US" altLang="ko-KR" dirty="0">
                <a:ea typeface="Tahoma" panose="020B0604030504040204" pitchFamily="34" charset="0"/>
              </a:rPr>
              <a:t> creates a unidirectional communication line </a:t>
            </a:r>
          </a:p>
          <a:p>
            <a:pPr lvl="1">
              <a:defRPr/>
            </a:pPr>
            <a:r>
              <a:rPr lang="en-US" altLang="ko-KR" b="1" dirty="0" err="1">
                <a:ea typeface="Tahoma" panose="020B0604030504040204" pitchFamily="34" charset="0"/>
              </a:rPr>
              <a:t>fd</a:t>
            </a:r>
            <a:r>
              <a:rPr lang="en-US" altLang="ko-KR" b="1" dirty="0">
                <a:ea typeface="Tahoma" panose="020B0604030504040204" pitchFamily="34" charset="0"/>
              </a:rPr>
              <a:t>[0] for read-end, </a:t>
            </a:r>
            <a:r>
              <a:rPr lang="en-US" altLang="ko-KR" b="1" dirty="0" err="1">
                <a:ea typeface="Tahoma" panose="020B0604030504040204" pitchFamily="34" charset="0"/>
              </a:rPr>
              <a:t>fd</a:t>
            </a:r>
            <a:r>
              <a:rPr lang="en-US" altLang="ko-KR" b="1" dirty="0">
                <a:ea typeface="Tahoma" panose="020B0604030504040204" pitchFamily="34" charset="0"/>
              </a:rPr>
              <a:t>[1] for write-end </a:t>
            </a:r>
            <a:r>
              <a:rPr lang="en-US" altLang="ko-KR" dirty="0">
                <a:ea typeface="Tahoma" panose="020B0604030504040204" pitchFamily="34" charset="0"/>
              </a:rPr>
              <a:t>are added to the table</a:t>
            </a:r>
          </a:p>
          <a:p>
            <a:pPr lvl="1">
              <a:defRPr/>
            </a:pPr>
            <a:r>
              <a:rPr lang="en-US" altLang="ko-KR" dirty="0">
                <a:ea typeface="Tahoma" panose="020B0604030504040204" pitchFamily="34" charset="0"/>
              </a:rPr>
              <a:t>Creates a pipe buffer inside the kernel</a:t>
            </a:r>
          </a:p>
          <a:p>
            <a:pPr lvl="1">
              <a:defRPr/>
            </a:pPr>
            <a:r>
              <a:rPr lang="en-US" altLang="ko-KR" dirty="0">
                <a:ea typeface="Tahoma" panose="020B0604030504040204" pitchFamily="34" charset="0"/>
              </a:rPr>
              <a:t>Usually used together with fork() to transfer data between a parent and child process.</a:t>
            </a:r>
          </a:p>
          <a:p>
            <a:pPr lvl="2">
              <a:defRPr/>
            </a:pPr>
            <a:r>
              <a:rPr lang="en-US" altLang="ko-KR" dirty="0">
                <a:ea typeface="Tahoma" panose="020B0604030504040204" pitchFamily="34" charset="0"/>
              </a:rPr>
              <a:t>When</a:t>
            </a:r>
            <a:r>
              <a:rPr lang="ko-KR" altLang="en-US" dirty="0">
                <a:ea typeface="Tahoma" panose="020B0604030504040204" pitchFamily="34" charset="0"/>
              </a:rPr>
              <a:t> </a:t>
            </a:r>
            <a:r>
              <a:rPr lang="en-US" altLang="ko-KR" dirty="0">
                <a:latin typeface="Courier New" panose="02070309020205020404" pitchFamily="49" charset="0"/>
                <a:ea typeface="Tahoma" panose="020B0604030504040204" pitchFamily="34" charset="0"/>
                <a:cs typeface="Courier New" panose="02070309020205020404" pitchFamily="49" charset="0"/>
              </a:rPr>
              <a:t>pipe() </a:t>
            </a:r>
            <a:r>
              <a:rPr lang="en-US" altLang="ko-KR" dirty="0">
                <a:ea typeface="Tahoma" panose="020B0604030504040204" pitchFamily="34" charset="0"/>
              </a:rPr>
              <a:t>is called before </a:t>
            </a:r>
            <a:r>
              <a:rPr lang="en-US" altLang="ko-KR" dirty="0">
                <a:latin typeface="Courier New" panose="02070309020205020404" pitchFamily="49" charset="0"/>
                <a:ea typeface="Tahoma" panose="020B0604030504040204" pitchFamily="34" charset="0"/>
                <a:cs typeface="Courier New" panose="02070309020205020404" pitchFamily="49" charset="0"/>
              </a:rPr>
              <a:t>fork(),</a:t>
            </a:r>
            <a:r>
              <a:rPr lang="en-US" altLang="ko-KR" dirty="0">
                <a:ea typeface="Tahoma" panose="020B0604030504040204" pitchFamily="34" charset="0"/>
              </a:rPr>
              <a:t> both  inherit</a:t>
            </a:r>
            <a:r>
              <a:rPr lang="ko-KR" altLang="en-US" dirty="0">
                <a:ea typeface="Tahoma" panose="020B0604030504040204" pitchFamily="34" charset="0"/>
              </a:rPr>
              <a:t> </a:t>
            </a:r>
            <a:r>
              <a:rPr lang="en-US" altLang="ko-KR" dirty="0"/>
              <a:t>file descriptors that refer to the same pipe object</a:t>
            </a:r>
          </a:p>
          <a:p>
            <a:pPr lvl="1">
              <a:defRPr/>
            </a:pPr>
            <a:r>
              <a:rPr lang="en-US" altLang="ko-KR" dirty="0"/>
              <a:t>To create one-way communication, each process closes the unused end of the pipe.</a:t>
            </a:r>
            <a:endParaRPr lang="ko-KR" altLang="en-US" dirty="0"/>
          </a:p>
          <a:p>
            <a:pPr lvl="1">
              <a:defRPr/>
            </a:pPr>
            <a:endParaRPr lang="en-US" altLang="ko-KR" dirty="0">
              <a:ea typeface="Tahoma" panose="020B0604030504040204" pitchFamily="34" charset="0"/>
            </a:endParaRPr>
          </a:p>
          <a:p>
            <a:pPr>
              <a:defRPr/>
            </a:pPr>
            <a:endParaRPr lang="en-US" altLang="ko-KR" dirty="0">
              <a:ea typeface="Tahoma" panose="020B0604030504040204" pitchFamily="34" charset="0"/>
            </a:endParaRPr>
          </a:p>
        </p:txBody>
      </p:sp>
      <p:graphicFrame>
        <p:nvGraphicFramePr>
          <p:cNvPr id="5" name="표 4">
            <a:extLst>
              <a:ext uri="{FF2B5EF4-FFF2-40B4-BE49-F238E27FC236}">
                <a16:creationId xmlns:a16="http://schemas.microsoft.com/office/drawing/2014/main" id="{CC107927-5AD3-83D1-1D53-6FA567FE558A}"/>
              </a:ext>
            </a:extLst>
          </p:cNvPr>
          <p:cNvGraphicFramePr>
            <a:graphicFrameLocks noGrp="1"/>
          </p:cNvGraphicFramePr>
          <p:nvPr>
            <p:extLst>
              <p:ext uri="{D42A27DB-BD31-4B8C-83A1-F6EECF244321}">
                <p14:modId xmlns:p14="http://schemas.microsoft.com/office/powerpoint/2010/main" val="610769134"/>
              </p:ext>
            </p:extLst>
          </p:nvPr>
        </p:nvGraphicFramePr>
        <p:xfrm>
          <a:off x="1681131" y="3797370"/>
          <a:ext cx="3497320" cy="365760"/>
        </p:xfrm>
        <a:graphic>
          <a:graphicData uri="http://schemas.openxmlformats.org/drawingml/2006/table">
            <a:tbl>
              <a:tblPr firstRow="1" bandRow="1">
                <a:tableStyleId>{5C22544A-7EE6-4342-B048-85BDC9FD1C3A}</a:tableStyleId>
              </a:tblPr>
              <a:tblGrid>
                <a:gridCol w="699464">
                  <a:extLst>
                    <a:ext uri="{9D8B030D-6E8A-4147-A177-3AD203B41FA5}">
                      <a16:colId xmlns:a16="http://schemas.microsoft.com/office/drawing/2014/main" val="3514476832"/>
                    </a:ext>
                  </a:extLst>
                </a:gridCol>
                <a:gridCol w="699464">
                  <a:extLst>
                    <a:ext uri="{9D8B030D-6E8A-4147-A177-3AD203B41FA5}">
                      <a16:colId xmlns:a16="http://schemas.microsoft.com/office/drawing/2014/main" val="3448653221"/>
                    </a:ext>
                  </a:extLst>
                </a:gridCol>
                <a:gridCol w="699464">
                  <a:extLst>
                    <a:ext uri="{9D8B030D-6E8A-4147-A177-3AD203B41FA5}">
                      <a16:colId xmlns:a16="http://schemas.microsoft.com/office/drawing/2014/main" val="3824662516"/>
                    </a:ext>
                  </a:extLst>
                </a:gridCol>
                <a:gridCol w="699464">
                  <a:extLst>
                    <a:ext uri="{9D8B030D-6E8A-4147-A177-3AD203B41FA5}">
                      <a16:colId xmlns:a16="http://schemas.microsoft.com/office/drawing/2014/main" val="2933336025"/>
                    </a:ext>
                  </a:extLst>
                </a:gridCol>
                <a:gridCol w="699464">
                  <a:extLst>
                    <a:ext uri="{9D8B030D-6E8A-4147-A177-3AD203B41FA5}">
                      <a16:colId xmlns:a16="http://schemas.microsoft.com/office/drawing/2014/main" val="2496214923"/>
                    </a:ext>
                  </a:extLst>
                </a:gridCol>
              </a:tblGrid>
              <a:tr h="0">
                <a:tc>
                  <a:txBody>
                    <a:bodyPr/>
                    <a:lstStyle/>
                    <a:p>
                      <a:pPr algn="ctr" latinLnBrk="1"/>
                      <a:r>
                        <a:rPr lang="en-US" altLang="ko-KR" dirty="0">
                          <a:solidFill>
                            <a:schemeClr val="tx1"/>
                          </a:solidFill>
                        </a:rPr>
                        <a:t>0</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latinLnBrk="1"/>
                      <a:r>
                        <a:rPr lang="en-US" altLang="ko-KR" dirty="0">
                          <a:solidFill>
                            <a:schemeClr val="tx1"/>
                          </a:solidFill>
                        </a:rPr>
                        <a:t>1</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latinLnBrk="1"/>
                      <a:r>
                        <a:rPr lang="en-US" altLang="ko-KR" dirty="0">
                          <a:solidFill>
                            <a:schemeClr val="tx1"/>
                          </a:solidFill>
                        </a:rPr>
                        <a:t>2</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latinLnBrk="1"/>
                      <a:r>
                        <a:rPr lang="en-US" altLang="ko-KR" dirty="0" err="1">
                          <a:solidFill>
                            <a:schemeClr val="tx1"/>
                          </a:solidFill>
                        </a:rPr>
                        <a:t>fd</a:t>
                      </a:r>
                      <a:r>
                        <a:rPr lang="en-US" altLang="ko-KR" dirty="0">
                          <a:solidFill>
                            <a:schemeClr val="tx1"/>
                          </a:solidFill>
                        </a:rPr>
                        <a:t>[0]</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latinLnBrk="1"/>
                      <a:r>
                        <a:rPr lang="en-US" altLang="ko-KR" dirty="0" err="1">
                          <a:solidFill>
                            <a:schemeClr val="tx1"/>
                          </a:solidFill>
                        </a:rPr>
                        <a:t>fd</a:t>
                      </a:r>
                      <a:r>
                        <a:rPr lang="en-US" altLang="ko-KR" dirty="0">
                          <a:solidFill>
                            <a:schemeClr val="tx1"/>
                          </a:solidFill>
                        </a:rPr>
                        <a:t>[1]</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extLst>
                  <a:ext uri="{0D108BD9-81ED-4DB2-BD59-A6C34878D82A}">
                    <a16:rowId xmlns:a16="http://schemas.microsoft.com/office/drawing/2014/main" val="2519968117"/>
                  </a:ext>
                </a:extLst>
              </a:tr>
            </a:tbl>
          </a:graphicData>
        </a:graphic>
      </p:graphicFrame>
      <p:graphicFrame>
        <p:nvGraphicFramePr>
          <p:cNvPr id="6" name="표 5">
            <a:extLst>
              <a:ext uri="{FF2B5EF4-FFF2-40B4-BE49-F238E27FC236}">
                <a16:creationId xmlns:a16="http://schemas.microsoft.com/office/drawing/2014/main" id="{99361CDE-76CA-1503-C4B2-1FCF089F471D}"/>
              </a:ext>
            </a:extLst>
          </p:cNvPr>
          <p:cNvGraphicFramePr>
            <a:graphicFrameLocks noGrp="1"/>
          </p:cNvGraphicFramePr>
          <p:nvPr>
            <p:extLst>
              <p:ext uri="{D42A27DB-BD31-4B8C-83A1-F6EECF244321}">
                <p14:modId xmlns:p14="http://schemas.microsoft.com/office/powerpoint/2010/main" val="2674868546"/>
              </p:ext>
            </p:extLst>
          </p:nvPr>
        </p:nvGraphicFramePr>
        <p:xfrm>
          <a:off x="6424987" y="3797370"/>
          <a:ext cx="3497320" cy="365760"/>
        </p:xfrm>
        <a:graphic>
          <a:graphicData uri="http://schemas.openxmlformats.org/drawingml/2006/table">
            <a:tbl>
              <a:tblPr firstRow="1" bandRow="1">
                <a:tableStyleId>{5C22544A-7EE6-4342-B048-85BDC9FD1C3A}</a:tableStyleId>
              </a:tblPr>
              <a:tblGrid>
                <a:gridCol w="699464">
                  <a:extLst>
                    <a:ext uri="{9D8B030D-6E8A-4147-A177-3AD203B41FA5}">
                      <a16:colId xmlns:a16="http://schemas.microsoft.com/office/drawing/2014/main" val="3514476832"/>
                    </a:ext>
                  </a:extLst>
                </a:gridCol>
                <a:gridCol w="699464">
                  <a:extLst>
                    <a:ext uri="{9D8B030D-6E8A-4147-A177-3AD203B41FA5}">
                      <a16:colId xmlns:a16="http://schemas.microsoft.com/office/drawing/2014/main" val="3448653221"/>
                    </a:ext>
                  </a:extLst>
                </a:gridCol>
                <a:gridCol w="699464">
                  <a:extLst>
                    <a:ext uri="{9D8B030D-6E8A-4147-A177-3AD203B41FA5}">
                      <a16:colId xmlns:a16="http://schemas.microsoft.com/office/drawing/2014/main" val="3824662516"/>
                    </a:ext>
                  </a:extLst>
                </a:gridCol>
                <a:gridCol w="699464">
                  <a:extLst>
                    <a:ext uri="{9D8B030D-6E8A-4147-A177-3AD203B41FA5}">
                      <a16:colId xmlns:a16="http://schemas.microsoft.com/office/drawing/2014/main" val="2933336025"/>
                    </a:ext>
                  </a:extLst>
                </a:gridCol>
                <a:gridCol w="699464">
                  <a:extLst>
                    <a:ext uri="{9D8B030D-6E8A-4147-A177-3AD203B41FA5}">
                      <a16:colId xmlns:a16="http://schemas.microsoft.com/office/drawing/2014/main" val="2496214923"/>
                    </a:ext>
                  </a:extLst>
                </a:gridCol>
              </a:tblGrid>
              <a:tr h="0">
                <a:tc>
                  <a:txBody>
                    <a:bodyPr/>
                    <a:lstStyle/>
                    <a:p>
                      <a:pPr algn="ctr" latinLnBrk="1"/>
                      <a:r>
                        <a:rPr lang="en-US" altLang="ko-KR" dirty="0">
                          <a:solidFill>
                            <a:schemeClr val="tx1"/>
                          </a:solidFill>
                        </a:rPr>
                        <a:t>0</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latinLnBrk="1"/>
                      <a:r>
                        <a:rPr lang="en-US" altLang="ko-KR" dirty="0">
                          <a:solidFill>
                            <a:schemeClr val="tx1"/>
                          </a:solidFill>
                        </a:rPr>
                        <a:t>1</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latinLnBrk="1"/>
                      <a:r>
                        <a:rPr lang="en-US" altLang="ko-KR" dirty="0">
                          <a:solidFill>
                            <a:schemeClr val="tx1"/>
                          </a:solidFill>
                        </a:rPr>
                        <a:t>2</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latinLnBrk="1"/>
                      <a:r>
                        <a:rPr lang="en-US" altLang="ko-KR" dirty="0" err="1">
                          <a:solidFill>
                            <a:schemeClr val="tx1"/>
                          </a:solidFill>
                        </a:rPr>
                        <a:t>fd</a:t>
                      </a:r>
                      <a:r>
                        <a:rPr lang="en-US" altLang="ko-KR" dirty="0">
                          <a:solidFill>
                            <a:schemeClr val="tx1"/>
                          </a:solidFill>
                        </a:rPr>
                        <a:t>[0]</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latinLnBrk="1"/>
                      <a:r>
                        <a:rPr lang="en-US" altLang="ko-KR" dirty="0" err="1">
                          <a:solidFill>
                            <a:schemeClr val="tx1"/>
                          </a:solidFill>
                        </a:rPr>
                        <a:t>fd</a:t>
                      </a:r>
                      <a:r>
                        <a:rPr lang="en-US" altLang="ko-KR" dirty="0">
                          <a:solidFill>
                            <a:schemeClr val="tx1"/>
                          </a:solidFill>
                        </a:rPr>
                        <a:t>[1]</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extLst>
                  <a:ext uri="{0D108BD9-81ED-4DB2-BD59-A6C34878D82A}">
                    <a16:rowId xmlns:a16="http://schemas.microsoft.com/office/drawing/2014/main" val="2519968117"/>
                  </a:ext>
                </a:extLst>
              </a:tr>
            </a:tbl>
          </a:graphicData>
        </a:graphic>
      </p:graphicFrame>
      <p:sp>
        <p:nvSpPr>
          <p:cNvPr id="7" name="사각형: 둥근 모서리 6">
            <a:extLst>
              <a:ext uri="{FF2B5EF4-FFF2-40B4-BE49-F238E27FC236}">
                <a16:creationId xmlns:a16="http://schemas.microsoft.com/office/drawing/2014/main" id="{725C6562-2004-B3B4-0F6D-D423A92F8ADB}"/>
              </a:ext>
            </a:extLst>
          </p:cNvPr>
          <p:cNvSpPr/>
          <p:nvPr/>
        </p:nvSpPr>
        <p:spPr>
          <a:xfrm>
            <a:off x="2350322" y="5113007"/>
            <a:ext cx="6559913" cy="3708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dirty="0"/>
              <a:t>File (pipe buffer)</a:t>
            </a:r>
            <a:endParaRPr lang="ko-KR" altLang="en-US" dirty="0"/>
          </a:p>
        </p:txBody>
      </p:sp>
      <p:cxnSp>
        <p:nvCxnSpPr>
          <p:cNvPr id="11" name="직선 화살표 연결선 10">
            <a:extLst>
              <a:ext uri="{FF2B5EF4-FFF2-40B4-BE49-F238E27FC236}">
                <a16:creationId xmlns:a16="http://schemas.microsoft.com/office/drawing/2014/main" id="{52A1B58F-88D8-781F-6D38-60735A7D7B8C}"/>
              </a:ext>
            </a:extLst>
          </p:cNvPr>
          <p:cNvCxnSpPr>
            <a:cxnSpLocks/>
          </p:cNvCxnSpPr>
          <p:nvPr/>
        </p:nvCxnSpPr>
        <p:spPr>
          <a:xfrm>
            <a:off x="4838273" y="4163131"/>
            <a:ext cx="914400" cy="914400"/>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직선 화살표 연결선 12">
            <a:extLst>
              <a:ext uri="{FF2B5EF4-FFF2-40B4-BE49-F238E27FC236}">
                <a16:creationId xmlns:a16="http://schemas.microsoft.com/office/drawing/2014/main" id="{BEDEBAF7-FB87-B892-AC05-5C28027228AD}"/>
              </a:ext>
            </a:extLst>
          </p:cNvPr>
          <p:cNvCxnSpPr>
            <a:cxnSpLocks/>
          </p:cNvCxnSpPr>
          <p:nvPr/>
        </p:nvCxnSpPr>
        <p:spPr>
          <a:xfrm flipH="1">
            <a:off x="8643495" y="4175089"/>
            <a:ext cx="914400" cy="914400"/>
          </a:xfrm>
          <a:prstGeom prst="straightConnector1">
            <a:avLst/>
          </a:prstGeom>
          <a:ln w="50800">
            <a:solidFill>
              <a:schemeClr val="tx1">
                <a:alpha val="1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직선 화살표 연결선 16">
            <a:extLst>
              <a:ext uri="{FF2B5EF4-FFF2-40B4-BE49-F238E27FC236}">
                <a16:creationId xmlns:a16="http://schemas.microsoft.com/office/drawing/2014/main" id="{DB7A78C4-945F-7486-FE8F-B395D51C6554}"/>
              </a:ext>
            </a:extLst>
          </p:cNvPr>
          <p:cNvCxnSpPr>
            <a:cxnSpLocks/>
          </p:cNvCxnSpPr>
          <p:nvPr/>
        </p:nvCxnSpPr>
        <p:spPr>
          <a:xfrm flipV="1">
            <a:off x="7903076" y="4175089"/>
            <a:ext cx="914400" cy="914400"/>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직선 화살표 연결선 17">
            <a:extLst>
              <a:ext uri="{FF2B5EF4-FFF2-40B4-BE49-F238E27FC236}">
                <a16:creationId xmlns:a16="http://schemas.microsoft.com/office/drawing/2014/main" id="{37FDD341-3910-8B79-8602-6CD517261342}"/>
              </a:ext>
            </a:extLst>
          </p:cNvPr>
          <p:cNvCxnSpPr>
            <a:cxnSpLocks/>
          </p:cNvCxnSpPr>
          <p:nvPr/>
        </p:nvCxnSpPr>
        <p:spPr>
          <a:xfrm flipH="1" flipV="1">
            <a:off x="4106908" y="4186649"/>
            <a:ext cx="914400" cy="914400"/>
          </a:xfrm>
          <a:prstGeom prst="straightConnector1">
            <a:avLst/>
          </a:prstGeom>
          <a:ln w="50800">
            <a:solidFill>
              <a:schemeClr val="tx1">
                <a:alpha val="1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776D18B-B93A-4986-8B41-CA45D4DDB8FA}"/>
              </a:ext>
            </a:extLst>
          </p:cNvPr>
          <p:cNvSpPr txBox="1"/>
          <p:nvPr/>
        </p:nvSpPr>
        <p:spPr>
          <a:xfrm>
            <a:off x="1591403" y="3458815"/>
            <a:ext cx="1838388" cy="338554"/>
          </a:xfrm>
          <a:prstGeom prst="rect">
            <a:avLst/>
          </a:prstGeom>
          <a:noFill/>
        </p:spPr>
        <p:txBody>
          <a:bodyPr wrap="none" rtlCol="0">
            <a:spAutoFit/>
          </a:bodyPr>
          <a:lstStyle/>
          <a:p>
            <a:r>
              <a:rPr lang="en-US" altLang="ko-KR" sz="1600" dirty="0"/>
              <a:t>File descriptor table</a:t>
            </a:r>
            <a:endParaRPr lang="ko-KR" altLang="en-US" sz="1600" dirty="0"/>
          </a:p>
        </p:txBody>
      </p:sp>
      <p:sp>
        <p:nvSpPr>
          <p:cNvPr id="24" name="TextBox 23">
            <a:extLst>
              <a:ext uri="{FF2B5EF4-FFF2-40B4-BE49-F238E27FC236}">
                <a16:creationId xmlns:a16="http://schemas.microsoft.com/office/drawing/2014/main" id="{26BB549C-BAC5-4000-AAB3-C1C75EA35F62}"/>
              </a:ext>
            </a:extLst>
          </p:cNvPr>
          <p:cNvSpPr txBox="1"/>
          <p:nvPr/>
        </p:nvSpPr>
        <p:spPr>
          <a:xfrm>
            <a:off x="8533587" y="4488044"/>
            <a:ext cx="1585690" cy="261610"/>
          </a:xfrm>
          <a:prstGeom prst="rect">
            <a:avLst/>
          </a:prstGeom>
          <a:noFill/>
        </p:spPr>
        <p:txBody>
          <a:bodyPr wrap="none" rtlCol="0">
            <a:spAutoFit/>
          </a:bodyPr>
          <a:lstStyle/>
          <a:p>
            <a:r>
              <a:rPr lang="en-US" altLang="ko-KR" sz="1100" dirty="0"/>
              <a:t>Closed for unidirectional</a:t>
            </a:r>
            <a:endParaRPr lang="ko-KR" altLang="en-US" sz="1100" dirty="0"/>
          </a:p>
        </p:txBody>
      </p:sp>
      <p:sp>
        <p:nvSpPr>
          <p:cNvPr id="25" name="TextBox 24">
            <a:extLst>
              <a:ext uri="{FF2B5EF4-FFF2-40B4-BE49-F238E27FC236}">
                <a16:creationId xmlns:a16="http://schemas.microsoft.com/office/drawing/2014/main" id="{1A6F0279-1D3D-4EB6-9917-D53F3D2BC1DD}"/>
              </a:ext>
            </a:extLst>
          </p:cNvPr>
          <p:cNvSpPr txBox="1"/>
          <p:nvPr/>
        </p:nvSpPr>
        <p:spPr>
          <a:xfrm>
            <a:off x="3587551" y="4516690"/>
            <a:ext cx="1585690" cy="261610"/>
          </a:xfrm>
          <a:prstGeom prst="rect">
            <a:avLst/>
          </a:prstGeom>
          <a:noFill/>
        </p:spPr>
        <p:txBody>
          <a:bodyPr wrap="none" rtlCol="0">
            <a:spAutoFit/>
          </a:bodyPr>
          <a:lstStyle/>
          <a:p>
            <a:r>
              <a:rPr lang="en-US" altLang="ko-KR" sz="1100" dirty="0"/>
              <a:t>Closed for unidirectional</a:t>
            </a:r>
            <a:endParaRPr lang="ko-KR" altLang="en-US" sz="1100" dirty="0"/>
          </a:p>
        </p:txBody>
      </p:sp>
    </p:spTree>
    <p:extLst>
      <p:ext uri="{BB962C8B-B14F-4D97-AF65-F5344CB8AC3E}">
        <p14:creationId xmlns:p14="http://schemas.microsoft.com/office/powerpoint/2010/main" val="4248321143"/>
      </p:ext>
    </p:extLst>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A2D27-D047-27FA-3EF5-E608DD256650}"/>
            </a:ext>
          </a:extLst>
        </p:cNvPr>
        <p:cNvGrpSpPr/>
        <p:nvPr/>
      </p:nvGrpSpPr>
      <p:grpSpPr>
        <a:xfrm>
          <a:off x="0" y="0"/>
          <a:ext cx="0" cy="0"/>
          <a:chOff x="0" y="0"/>
          <a:chExt cx="0" cy="0"/>
        </a:xfrm>
      </p:grpSpPr>
      <p:sp>
        <p:nvSpPr>
          <p:cNvPr id="2" name="슬라이드 번호 개체 틀 5">
            <a:extLst>
              <a:ext uri="{FF2B5EF4-FFF2-40B4-BE49-F238E27FC236}">
                <a16:creationId xmlns:a16="http://schemas.microsoft.com/office/drawing/2014/main" id="{7EE8F9A3-F5F8-8225-6179-CA264884C877}"/>
              </a:ext>
            </a:extLst>
          </p:cNvPr>
          <p:cNvSpPr>
            <a:spLocks noGrp="1"/>
          </p:cNvSpPr>
          <p:nvPr>
            <p:ph type="sldNum" sz="quarter" idx="12"/>
          </p:nvPr>
        </p:nvSpPr>
        <p:spPr>
          <a:xfrm>
            <a:off x="4724400" y="6316989"/>
            <a:ext cx="2743200" cy="365125"/>
          </a:xfrm>
        </p:spPr>
        <p:txBody>
          <a:bodyPr/>
          <a:lstStyle/>
          <a:p>
            <a:pPr lvl="0">
              <a:defRPr/>
            </a:pPr>
            <a:r>
              <a:rPr lang="en-US" altLang="ko-KR"/>
              <a:t>-</a:t>
            </a:r>
            <a:fld id="{3D16D23B-24D6-455E-BBD7-6975BEA16FD4}" type="slidenum">
              <a:rPr lang="en-US" altLang="en-US"/>
              <a:pPr lvl="0">
                <a:defRPr/>
              </a:pPr>
              <a:t>30</a:t>
            </a:fld>
            <a:r>
              <a:rPr lang="en-US" altLang="ko-KR"/>
              <a:t>-</a:t>
            </a:r>
          </a:p>
        </p:txBody>
      </p:sp>
      <p:sp>
        <p:nvSpPr>
          <p:cNvPr id="3" name="제목 3">
            <a:extLst>
              <a:ext uri="{FF2B5EF4-FFF2-40B4-BE49-F238E27FC236}">
                <a16:creationId xmlns:a16="http://schemas.microsoft.com/office/drawing/2014/main" id="{1D3C7FEF-E275-7505-CD97-DE2AE3AA0D0F}"/>
              </a:ext>
            </a:extLst>
          </p:cNvPr>
          <p:cNvSpPr>
            <a:spLocks noGrp="1"/>
          </p:cNvSpPr>
          <p:nvPr>
            <p:ph type="title"/>
          </p:nvPr>
        </p:nvSpPr>
        <p:spPr/>
        <p:txBody>
          <a:bodyPr/>
          <a:lstStyle/>
          <a:p>
            <a:pPr>
              <a:defRPr/>
            </a:pPr>
            <a:r>
              <a:rPr lang="en-US" altLang="ko-KR" dirty="0"/>
              <a:t>Duplicate to Other File Descriptors</a:t>
            </a:r>
            <a:endParaRPr lang="en-US" altLang="ko-KR" sz="2600" dirty="0">
              <a:ea typeface="Tahoma" panose="020B0604030504040204" pitchFamily="34" charset="0"/>
            </a:endParaRPr>
          </a:p>
        </p:txBody>
      </p:sp>
      <p:sp>
        <p:nvSpPr>
          <p:cNvPr id="4" name="텍스트 개체 틀 7">
            <a:extLst>
              <a:ext uri="{FF2B5EF4-FFF2-40B4-BE49-F238E27FC236}">
                <a16:creationId xmlns:a16="http://schemas.microsoft.com/office/drawing/2014/main" id="{4C50D710-4B0A-D2AF-AAA0-27895215CFCD}"/>
              </a:ext>
            </a:extLst>
          </p:cNvPr>
          <p:cNvSpPr>
            <a:spLocks noGrp="1"/>
          </p:cNvSpPr>
          <p:nvPr>
            <p:ph type="body" sz="quarter" idx="13" hasCustomPrompt="1"/>
          </p:nvPr>
        </p:nvSpPr>
        <p:spPr>
          <a:xfrm>
            <a:off x="350980" y="933590"/>
            <a:ext cx="11369963" cy="5140325"/>
          </a:xfrm>
        </p:spPr>
        <p:txBody>
          <a:bodyPr/>
          <a:lstStyle/>
          <a:p>
            <a:pPr>
              <a:defRPr/>
            </a:pPr>
            <a:r>
              <a:rPr lang="en-US" altLang="ko-KR" dirty="0">
                <a:latin typeface="Courier New" panose="02070309020205020404" pitchFamily="49" charset="0"/>
                <a:ea typeface="Tahoma" panose="020B0604030504040204" pitchFamily="34" charset="0"/>
                <a:cs typeface="Courier New" panose="02070309020205020404" pitchFamily="49" charset="0"/>
              </a:rPr>
              <a:t>dup2()</a:t>
            </a:r>
          </a:p>
          <a:p>
            <a:pPr lvl="1">
              <a:defRPr/>
            </a:pPr>
            <a:r>
              <a:rPr lang="en-US" altLang="ko-KR" dirty="0">
                <a:ea typeface="Tahoma" panose="020B0604030504040204" pitchFamily="34" charset="0"/>
              </a:rPr>
              <a:t>Use </a:t>
            </a:r>
            <a:r>
              <a:rPr lang="en-US" altLang="ko-KR" dirty="0">
                <a:latin typeface="Courier New" panose="02070309020205020404" pitchFamily="49" charset="0"/>
                <a:ea typeface="Tahoma" panose="020B0604030504040204" pitchFamily="34" charset="0"/>
                <a:cs typeface="Courier New" panose="02070309020205020404" pitchFamily="49" charset="0"/>
              </a:rPr>
              <a:t>dup2() </a:t>
            </a:r>
            <a:r>
              <a:rPr lang="en-US" altLang="ko-KR" dirty="0">
                <a:ea typeface="Tahoma" panose="020B0604030504040204" pitchFamily="34" charset="0"/>
              </a:rPr>
              <a:t>to duplicate the pipe ends onto </a:t>
            </a:r>
            <a:r>
              <a:rPr lang="en-US" altLang="ko-KR" dirty="0">
                <a:latin typeface="Courier New" panose="02070309020205020404" pitchFamily="49" charset="0"/>
                <a:ea typeface="Tahoma" panose="020B0604030504040204" pitchFamily="34" charset="0"/>
                <a:cs typeface="Courier New" panose="02070309020205020404" pitchFamily="49" charset="0"/>
              </a:rPr>
              <a:t>stdin</a:t>
            </a:r>
            <a:r>
              <a:rPr lang="en-US" altLang="ko-KR" dirty="0">
                <a:ea typeface="Tahoma" panose="020B0604030504040204" pitchFamily="34" charset="0"/>
              </a:rPr>
              <a:t>, </a:t>
            </a:r>
            <a:r>
              <a:rPr lang="en-US" altLang="ko-KR" dirty="0" err="1">
                <a:latin typeface="Courier New" panose="02070309020205020404" pitchFamily="49" charset="0"/>
                <a:ea typeface="Tahoma" panose="020B0604030504040204" pitchFamily="34" charset="0"/>
                <a:cs typeface="Courier New" panose="02070309020205020404" pitchFamily="49" charset="0"/>
              </a:rPr>
              <a:t>stdout</a:t>
            </a:r>
            <a:r>
              <a:rPr lang="en-US" altLang="ko-KR" dirty="0">
                <a:ea typeface="Tahoma" panose="020B0604030504040204" pitchFamily="34" charset="0"/>
              </a:rPr>
              <a:t>, or other file descriptors.</a:t>
            </a:r>
          </a:p>
          <a:p>
            <a:pPr lvl="2">
              <a:defRPr/>
            </a:pPr>
            <a:r>
              <a:rPr lang="en-US" altLang="ko-KR" dirty="0">
                <a:latin typeface="Courier New" panose="02070309020205020404" pitchFamily="49" charset="0"/>
                <a:cs typeface="Courier New" panose="02070309020205020404" pitchFamily="49" charset="0"/>
              </a:rPr>
              <a:t>dup2(p[1], STDOUT_FILENO</a:t>
            </a:r>
            <a:r>
              <a:rPr lang="en-US" altLang="ko-KR" dirty="0">
                <a:latin typeface="Courier New" panose="02070309020205020404" pitchFamily="49" charset="0"/>
                <a:ea typeface="Tahoma" panose="020B0604030504040204" pitchFamily="34" charset="0"/>
                <a:cs typeface="Courier New" panose="02070309020205020404" pitchFamily="49" charset="0"/>
              </a:rPr>
              <a:t>), dup2(p[0], STDIN_FILENO);</a:t>
            </a:r>
          </a:p>
          <a:p>
            <a:pPr lvl="1">
              <a:defRPr/>
            </a:pPr>
            <a:r>
              <a:rPr lang="en-US" altLang="ko-KR" dirty="0">
                <a:ea typeface="Tahoma" panose="020B0604030504040204" pitchFamily="34" charset="0"/>
              </a:rPr>
              <a:t>The output of the process can be passed to the input of the next process</a:t>
            </a:r>
          </a:p>
          <a:p>
            <a:pPr lvl="1">
              <a:defRPr/>
            </a:pPr>
            <a:endParaRPr lang="en-US" altLang="ko-KR" dirty="0">
              <a:latin typeface="Courier New" panose="02070309020205020404" pitchFamily="49" charset="0"/>
              <a:ea typeface="Tahoma" panose="020B0604030504040204" pitchFamily="34" charset="0"/>
              <a:cs typeface="Courier New" panose="02070309020205020404" pitchFamily="49" charset="0"/>
            </a:endParaRPr>
          </a:p>
          <a:p>
            <a:pPr>
              <a:defRPr/>
            </a:pPr>
            <a:endParaRPr lang="en-US" altLang="ko-KR" dirty="0">
              <a:ea typeface="Tahoma" panose="020B0604030504040204" pitchFamily="34" charset="0"/>
            </a:endParaRPr>
          </a:p>
        </p:txBody>
      </p:sp>
      <p:graphicFrame>
        <p:nvGraphicFramePr>
          <p:cNvPr id="5" name="표 4">
            <a:extLst>
              <a:ext uri="{FF2B5EF4-FFF2-40B4-BE49-F238E27FC236}">
                <a16:creationId xmlns:a16="http://schemas.microsoft.com/office/drawing/2014/main" id="{7A604EC2-560D-F8B8-307B-EFB8028C3C90}"/>
              </a:ext>
            </a:extLst>
          </p:cNvPr>
          <p:cNvGraphicFramePr>
            <a:graphicFrameLocks noGrp="1"/>
          </p:cNvGraphicFramePr>
          <p:nvPr/>
        </p:nvGraphicFramePr>
        <p:xfrm>
          <a:off x="1560442" y="2421296"/>
          <a:ext cx="3497320" cy="365760"/>
        </p:xfrm>
        <a:graphic>
          <a:graphicData uri="http://schemas.openxmlformats.org/drawingml/2006/table">
            <a:tbl>
              <a:tblPr firstRow="1" bandRow="1">
                <a:tableStyleId>{5C22544A-7EE6-4342-B048-85BDC9FD1C3A}</a:tableStyleId>
              </a:tblPr>
              <a:tblGrid>
                <a:gridCol w="699464">
                  <a:extLst>
                    <a:ext uri="{9D8B030D-6E8A-4147-A177-3AD203B41FA5}">
                      <a16:colId xmlns:a16="http://schemas.microsoft.com/office/drawing/2014/main" val="3514476832"/>
                    </a:ext>
                  </a:extLst>
                </a:gridCol>
                <a:gridCol w="699464">
                  <a:extLst>
                    <a:ext uri="{9D8B030D-6E8A-4147-A177-3AD203B41FA5}">
                      <a16:colId xmlns:a16="http://schemas.microsoft.com/office/drawing/2014/main" val="3448653221"/>
                    </a:ext>
                  </a:extLst>
                </a:gridCol>
                <a:gridCol w="699464">
                  <a:extLst>
                    <a:ext uri="{9D8B030D-6E8A-4147-A177-3AD203B41FA5}">
                      <a16:colId xmlns:a16="http://schemas.microsoft.com/office/drawing/2014/main" val="3824662516"/>
                    </a:ext>
                  </a:extLst>
                </a:gridCol>
                <a:gridCol w="699464">
                  <a:extLst>
                    <a:ext uri="{9D8B030D-6E8A-4147-A177-3AD203B41FA5}">
                      <a16:colId xmlns:a16="http://schemas.microsoft.com/office/drawing/2014/main" val="2933336025"/>
                    </a:ext>
                  </a:extLst>
                </a:gridCol>
                <a:gridCol w="699464">
                  <a:extLst>
                    <a:ext uri="{9D8B030D-6E8A-4147-A177-3AD203B41FA5}">
                      <a16:colId xmlns:a16="http://schemas.microsoft.com/office/drawing/2014/main" val="2496214923"/>
                    </a:ext>
                  </a:extLst>
                </a:gridCol>
              </a:tblGrid>
              <a:tr h="0">
                <a:tc>
                  <a:txBody>
                    <a:bodyPr/>
                    <a:lstStyle/>
                    <a:p>
                      <a:pPr algn="ctr" latinLnBrk="1"/>
                      <a:r>
                        <a:rPr lang="en-US" altLang="ko-KR" dirty="0">
                          <a:solidFill>
                            <a:schemeClr val="tx1"/>
                          </a:solidFill>
                        </a:rPr>
                        <a:t>0</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latinLnBrk="1"/>
                      <a:r>
                        <a:rPr lang="en-US" altLang="ko-KR" dirty="0">
                          <a:solidFill>
                            <a:schemeClr val="tx1"/>
                          </a:solidFill>
                        </a:rPr>
                        <a:t>1</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latinLnBrk="1"/>
                      <a:r>
                        <a:rPr lang="en-US" altLang="ko-KR" dirty="0">
                          <a:solidFill>
                            <a:schemeClr val="tx1"/>
                          </a:solidFill>
                        </a:rPr>
                        <a:t>2</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latinLnBrk="1"/>
                      <a:r>
                        <a:rPr lang="en-US" altLang="ko-KR" dirty="0" err="1">
                          <a:solidFill>
                            <a:schemeClr val="tx1"/>
                          </a:solidFill>
                        </a:rPr>
                        <a:t>fd</a:t>
                      </a:r>
                      <a:r>
                        <a:rPr lang="en-US" altLang="ko-KR" dirty="0">
                          <a:solidFill>
                            <a:schemeClr val="tx1"/>
                          </a:solidFill>
                        </a:rPr>
                        <a:t>[0]</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latinLnBrk="1"/>
                      <a:r>
                        <a:rPr lang="en-US" altLang="ko-KR" dirty="0" err="1">
                          <a:solidFill>
                            <a:schemeClr val="tx1"/>
                          </a:solidFill>
                        </a:rPr>
                        <a:t>fd</a:t>
                      </a:r>
                      <a:r>
                        <a:rPr lang="en-US" altLang="ko-KR" dirty="0">
                          <a:solidFill>
                            <a:schemeClr val="tx1"/>
                          </a:solidFill>
                        </a:rPr>
                        <a:t>[1]</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extLst>
                  <a:ext uri="{0D108BD9-81ED-4DB2-BD59-A6C34878D82A}">
                    <a16:rowId xmlns:a16="http://schemas.microsoft.com/office/drawing/2014/main" val="2519968117"/>
                  </a:ext>
                </a:extLst>
              </a:tr>
            </a:tbl>
          </a:graphicData>
        </a:graphic>
      </p:graphicFrame>
      <p:graphicFrame>
        <p:nvGraphicFramePr>
          <p:cNvPr id="6" name="표 5">
            <a:extLst>
              <a:ext uri="{FF2B5EF4-FFF2-40B4-BE49-F238E27FC236}">
                <a16:creationId xmlns:a16="http://schemas.microsoft.com/office/drawing/2014/main" id="{4FA0CB9F-C7CF-533D-310B-13BEBF994554}"/>
              </a:ext>
            </a:extLst>
          </p:cNvPr>
          <p:cNvGraphicFramePr>
            <a:graphicFrameLocks noGrp="1"/>
          </p:cNvGraphicFramePr>
          <p:nvPr/>
        </p:nvGraphicFramePr>
        <p:xfrm>
          <a:off x="6304298" y="2421296"/>
          <a:ext cx="3497320" cy="365760"/>
        </p:xfrm>
        <a:graphic>
          <a:graphicData uri="http://schemas.openxmlformats.org/drawingml/2006/table">
            <a:tbl>
              <a:tblPr firstRow="1" bandRow="1">
                <a:tableStyleId>{5C22544A-7EE6-4342-B048-85BDC9FD1C3A}</a:tableStyleId>
              </a:tblPr>
              <a:tblGrid>
                <a:gridCol w="699464">
                  <a:extLst>
                    <a:ext uri="{9D8B030D-6E8A-4147-A177-3AD203B41FA5}">
                      <a16:colId xmlns:a16="http://schemas.microsoft.com/office/drawing/2014/main" val="3514476832"/>
                    </a:ext>
                  </a:extLst>
                </a:gridCol>
                <a:gridCol w="699464">
                  <a:extLst>
                    <a:ext uri="{9D8B030D-6E8A-4147-A177-3AD203B41FA5}">
                      <a16:colId xmlns:a16="http://schemas.microsoft.com/office/drawing/2014/main" val="3448653221"/>
                    </a:ext>
                  </a:extLst>
                </a:gridCol>
                <a:gridCol w="699464">
                  <a:extLst>
                    <a:ext uri="{9D8B030D-6E8A-4147-A177-3AD203B41FA5}">
                      <a16:colId xmlns:a16="http://schemas.microsoft.com/office/drawing/2014/main" val="3824662516"/>
                    </a:ext>
                  </a:extLst>
                </a:gridCol>
                <a:gridCol w="699464">
                  <a:extLst>
                    <a:ext uri="{9D8B030D-6E8A-4147-A177-3AD203B41FA5}">
                      <a16:colId xmlns:a16="http://schemas.microsoft.com/office/drawing/2014/main" val="2933336025"/>
                    </a:ext>
                  </a:extLst>
                </a:gridCol>
                <a:gridCol w="699464">
                  <a:extLst>
                    <a:ext uri="{9D8B030D-6E8A-4147-A177-3AD203B41FA5}">
                      <a16:colId xmlns:a16="http://schemas.microsoft.com/office/drawing/2014/main" val="2496214923"/>
                    </a:ext>
                  </a:extLst>
                </a:gridCol>
              </a:tblGrid>
              <a:tr h="0">
                <a:tc>
                  <a:txBody>
                    <a:bodyPr/>
                    <a:lstStyle/>
                    <a:p>
                      <a:pPr algn="ctr" latinLnBrk="1"/>
                      <a:r>
                        <a:rPr lang="en-US" altLang="ko-KR" dirty="0">
                          <a:solidFill>
                            <a:schemeClr val="tx1"/>
                          </a:solidFill>
                        </a:rPr>
                        <a:t>0</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latinLnBrk="1"/>
                      <a:r>
                        <a:rPr lang="en-US" altLang="ko-KR" dirty="0">
                          <a:solidFill>
                            <a:schemeClr val="tx1"/>
                          </a:solidFill>
                        </a:rPr>
                        <a:t>1</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latinLnBrk="1"/>
                      <a:r>
                        <a:rPr lang="en-US" altLang="ko-KR" dirty="0">
                          <a:solidFill>
                            <a:schemeClr val="tx1"/>
                          </a:solidFill>
                        </a:rPr>
                        <a:t>2</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latinLnBrk="1"/>
                      <a:r>
                        <a:rPr lang="en-US" altLang="ko-KR" dirty="0" err="1">
                          <a:solidFill>
                            <a:schemeClr val="tx1"/>
                          </a:solidFill>
                        </a:rPr>
                        <a:t>fd</a:t>
                      </a:r>
                      <a:r>
                        <a:rPr lang="en-US" altLang="ko-KR" dirty="0">
                          <a:solidFill>
                            <a:schemeClr val="tx1"/>
                          </a:solidFill>
                        </a:rPr>
                        <a:t>[0]</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latinLnBrk="1"/>
                      <a:r>
                        <a:rPr lang="en-US" altLang="ko-KR" dirty="0" err="1">
                          <a:solidFill>
                            <a:schemeClr val="tx1"/>
                          </a:solidFill>
                        </a:rPr>
                        <a:t>fd</a:t>
                      </a:r>
                      <a:r>
                        <a:rPr lang="en-US" altLang="ko-KR" dirty="0">
                          <a:solidFill>
                            <a:schemeClr val="tx1"/>
                          </a:solidFill>
                        </a:rPr>
                        <a:t>[1]</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extLst>
                  <a:ext uri="{0D108BD9-81ED-4DB2-BD59-A6C34878D82A}">
                    <a16:rowId xmlns:a16="http://schemas.microsoft.com/office/drawing/2014/main" val="2519968117"/>
                  </a:ext>
                </a:extLst>
              </a:tr>
            </a:tbl>
          </a:graphicData>
        </a:graphic>
      </p:graphicFrame>
      <p:sp>
        <p:nvSpPr>
          <p:cNvPr id="7" name="사각형: 둥근 모서리 6">
            <a:extLst>
              <a:ext uri="{FF2B5EF4-FFF2-40B4-BE49-F238E27FC236}">
                <a16:creationId xmlns:a16="http://schemas.microsoft.com/office/drawing/2014/main" id="{888CDF91-A33A-B881-C6C7-A66334443CE2}"/>
              </a:ext>
            </a:extLst>
          </p:cNvPr>
          <p:cNvSpPr/>
          <p:nvPr/>
        </p:nvSpPr>
        <p:spPr>
          <a:xfrm>
            <a:off x="2229633" y="3736933"/>
            <a:ext cx="6559913" cy="3708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dirty="0"/>
              <a:t>File (pipe buffer)</a:t>
            </a:r>
            <a:endParaRPr lang="ko-KR" altLang="en-US" dirty="0"/>
          </a:p>
        </p:txBody>
      </p:sp>
      <p:cxnSp>
        <p:nvCxnSpPr>
          <p:cNvPr id="11" name="직선 화살표 연결선 10">
            <a:extLst>
              <a:ext uri="{FF2B5EF4-FFF2-40B4-BE49-F238E27FC236}">
                <a16:creationId xmlns:a16="http://schemas.microsoft.com/office/drawing/2014/main" id="{920A515E-8360-7081-AD6B-78D47F403E50}"/>
              </a:ext>
            </a:extLst>
          </p:cNvPr>
          <p:cNvCxnSpPr>
            <a:cxnSpLocks/>
          </p:cNvCxnSpPr>
          <p:nvPr/>
        </p:nvCxnSpPr>
        <p:spPr>
          <a:xfrm>
            <a:off x="4717584" y="2787057"/>
            <a:ext cx="914400" cy="914400"/>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직선 화살표 연결선 16">
            <a:extLst>
              <a:ext uri="{FF2B5EF4-FFF2-40B4-BE49-F238E27FC236}">
                <a16:creationId xmlns:a16="http://schemas.microsoft.com/office/drawing/2014/main" id="{2C2E4624-F9B1-C000-7DCC-F0EC989066A0}"/>
              </a:ext>
            </a:extLst>
          </p:cNvPr>
          <p:cNvCxnSpPr>
            <a:cxnSpLocks/>
          </p:cNvCxnSpPr>
          <p:nvPr/>
        </p:nvCxnSpPr>
        <p:spPr>
          <a:xfrm flipV="1">
            <a:off x="7782387" y="2799015"/>
            <a:ext cx="914400" cy="914400"/>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0" name="표 9">
            <a:extLst>
              <a:ext uri="{FF2B5EF4-FFF2-40B4-BE49-F238E27FC236}">
                <a16:creationId xmlns:a16="http://schemas.microsoft.com/office/drawing/2014/main" id="{5508008A-7304-DD07-F0B8-C5835ED2EEBF}"/>
              </a:ext>
            </a:extLst>
          </p:cNvPr>
          <p:cNvGraphicFramePr>
            <a:graphicFrameLocks noGrp="1"/>
          </p:cNvGraphicFramePr>
          <p:nvPr>
            <p:extLst>
              <p:ext uri="{D42A27DB-BD31-4B8C-83A1-F6EECF244321}">
                <p14:modId xmlns:p14="http://schemas.microsoft.com/office/powerpoint/2010/main" val="2897258879"/>
              </p:ext>
            </p:extLst>
          </p:nvPr>
        </p:nvGraphicFramePr>
        <p:xfrm>
          <a:off x="1560442" y="4410956"/>
          <a:ext cx="3497320" cy="365760"/>
        </p:xfrm>
        <a:graphic>
          <a:graphicData uri="http://schemas.openxmlformats.org/drawingml/2006/table">
            <a:tbl>
              <a:tblPr firstRow="1" bandRow="1">
                <a:tableStyleId>{5C22544A-7EE6-4342-B048-85BDC9FD1C3A}</a:tableStyleId>
              </a:tblPr>
              <a:tblGrid>
                <a:gridCol w="699464">
                  <a:extLst>
                    <a:ext uri="{9D8B030D-6E8A-4147-A177-3AD203B41FA5}">
                      <a16:colId xmlns:a16="http://schemas.microsoft.com/office/drawing/2014/main" val="3514476832"/>
                    </a:ext>
                  </a:extLst>
                </a:gridCol>
                <a:gridCol w="699464">
                  <a:extLst>
                    <a:ext uri="{9D8B030D-6E8A-4147-A177-3AD203B41FA5}">
                      <a16:colId xmlns:a16="http://schemas.microsoft.com/office/drawing/2014/main" val="3448653221"/>
                    </a:ext>
                  </a:extLst>
                </a:gridCol>
                <a:gridCol w="699464">
                  <a:extLst>
                    <a:ext uri="{9D8B030D-6E8A-4147-A177-3AD203B41FA5}">
                      <a16:colId xmlns:a16="http://schemas.microsoft.com/office/drawing/2014/main" val="3824662516"/>
                    </a:ext>
                  </a:extLst>
                </a:gridCol>
                <a:gridCol w="699464">
                  <a:extLst>
                    <a:ext uri="{9D8B030D-6E8A-4147-A177-3AD203B41FA5}">
                      <a16:colId xmlns:a16="http://schemas.microsoft.com/office/drawing/2014/main" val="2933336025"/>
                    </a:ext>
                  </a:extLst>
                </a:gridCol>
                <a:gridCol w="699464">
                  <a:extLst>
                    <a:ext uri="{9D8B030D-6E8A-4147-A177-3AD203B41FA5}">
                      <a16:colId xmlns:a16="http://schemas.microsoft.com/office/drawing/2014/main" val="2496214923"/>
                    </a:ext>
                  </a:extLst>
                </a:gridCol>
              </a:tblGrid>
              <a:tr h="0">
                <a:tc>
                  <a:txBody>
                    <a:bodyPr/>
                    <a:lstStyle/>
                    <a:p>
                      <a:pPr algn="ctr" latinLnBrk="1"/>
                      <a:r>
                        <a:rPr lang="en-US" altLang="ko-KR" dirty="0">
                          <a:solidFill>
                            <a:schemeClr val="tx1"/>
                          </a:solidFill>
                        </a:rPr>
                        <a:t>0</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latinLnBrk="1"/>
                      <a:r>
                        <a:rPr lang="en-US" altLang="ko-KR" dirty="0">
                          <a:solidFill>
                            <a:schemeClr val="tx1"/>
                          </a:solidFill>
                        </a:rPr>
                        <a:t>1</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latinLnBrk="1"/>
                      <a:r>
                        <a:rPr lang="en-US" altLang="ko-KR" dirty="0">
                          <a:solidFill>
                            <a:schemeClr val="tx1"/>
                          </a:solidFill>
                        </a:rPr>
                        <a:t>2</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latinLnBrk="1"/>
                      <a:r>
                        <a:rPr lang="en-US" altLang="ko-KR" dirty="0" err="1">
                          <a:solidFill>
                            <a:schemeClr val="tx1"/>
                          </a:solidFill>
                        </a:rPr>
                        <a:t>fd</a:t>
                      </a:r>
                      <a:r>
                        <a:rPr lang="en-US" altLang="ko-KR" dirty="0">
                          <a:solidFill>
                            <a:schemeClr val="tx1"/>
                          </a:solidFill>
                        </a:rPr>
                        <a:t>[0]</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latinLnBrk="1"/>
                      <a:r>
                        <a:rPr lang="en-US" altLang="ko-KR" dirty="0" err="1">
                          <a:solidFill>
                            <a:schemeClr val="tx1"/>
                          </a:solidFill>
                        </a:rPr>
                        <a:t>fd</a:t>
                      </a:r>
                      <a:r>
                        <a:rPr lang="en-US" altLang="ko-KR" dirty="0">
                          <a:solidFill>
                            <a:schemeClr val="tx1"/>
                          </a:solidFill>
                        </a:rPr>
                        <a:t>[1]</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extLst>
                  <a:ext uri="{0D108BD9-81ED-4DB2-BD59-A6C34878D82A}">
                    <a16:rowId xmlns:a16="http://schemas.microsoft.com/office/drawing/2014/main" val="2519968117"/>
                  </a:ext>
                </a:extLst>
              </a:tr>
            </a:tbl>
          </a:graphicData>
        </a:graphic>
      </p:graphicFrame>
      <p:graphicFrame>
        <p:nvGraphicFramePr>
          <p:cNvPr id="12" name="표 11">
            <a:extLst>
              <a:ext uri="{FF2B5EF4-FFF2-40B4-BE49-F238E27FC236}">
                <a16:creationId xmlns:a16="http://schemas.microsoft.com/office/drawing/2014/main" id="{056724AF-1ADD-0698-C67D-7A3DD12B90BC}"/>
              </a:ext>
            </a:extLst>
          </p:cNvPr>
          <p:cNvGraphicFramePr>
            <a:graphicFrameLocks noGrp="1"/>
          </p:cNvGraphicFramePr>
          <p:nvPr>
            <p:extLst>
              <p:ext uri="{D42A27DB-BD31-4B8C-83A1-F6EECF244321}">
                <p14:modId xmlns:p14="http://schemas.microsoft.com/office/powerpoint/2010/main" val="3472153158"/>
              </p:ext>
            </p:extLst>
          </p:nvPr>
        </p:nvGraphicFramePr>
        <p:xfrm>
          <a:off x="6304298" y="4410956"/>
          <a:ext cx="3497320" cy="365760"/>
        </p:xfrm>
        <a:graphic>
          <a:graphicData uri="http://schemas.openxmlformats.org/drawingml/2006/table">
            <a:tbl>
              <a:tblPr firstRow="1" bandRow="1">
                <a:tableStyleId>{5C22544A-7EE6-4342-B048-85BDC9FD1C3A}</a:tableStyleId>
              </a:tblPr>
              <a:tblGrid>
                <a:gridCol w="699464">
                  <a:extLst>
                    <a:ext uri="{9D8B030D-6E8A-4147-A177-3AD203B41FA5}">
                      <a16:colId xmlns:a16="http://schemas.microsoft.com/office/drawing/2014/main" val="3514476832"/>
                    </a:ext>
                  </a:extLst>
                </a:gridCol>
                <a:gridCol w="699464">
                  <a:extLst>
                    <a:ext uri="{9D8B030D-6E8A-4147-A177-3AD203B41FA5}">
                      <a16:colId xmlns:a16="http://schemas.microsoft.com/office/drawing/2014/main" val="3448653221"/>
                    </a:ext>
                  </a:extLst>
                </a:gridCol>
                <a:gridCol w="699464">
                  <a:extLst>
                    <a:ext uri="{9D8B030D-6E8A-4147-A177-3AD203B41FA5}">
                      <a16:colId xmlns:a16="http://schemas.microsoft.com/office/drawing/2014/main" val="3824662516"/>
                    </a:ext>
                  </a:extLst>
                </a:gridCol>
                <a:gridCol w="699464">
                  <a:extLst>
                    <a:ext uri="{9D8B030D-6E8A-4147-A177-3AD203B41FA5}">
                      <a16:colId xmlns:a16="http://schemas.microsoft.com/office/drawing/2014/main" val="2933336025"/>
                    </a:ext>
                  </a:extLst>
                </a:gridCol>
                <a:gridCol w="699464">
                  <a:extLst>
                    <a:ext uri="{9D8B030D-6E8A-4147-A177-3AD203B41FA5}">
                      <a16:colId xmlns:a16="http://schemas.microsoft.com/office/drawing/2014/main" val="2496214923"/>
                    </a:ext>
                  </a:extLst>
                </a:gridCol>
              </a:tblGrid>
              <a:tr h="0">
                <a:tc>
                  <a:txBody>
                    <a:bodyPr/>
                    <a:lstStyle/>
                    <a:p>
                      <a:pPr algn="ctr" latinLnBrk="1"/>
                      <a:r>
                        <a:rPr lang="en-US" altLang="ko-KR" dirty="0">
                          <a:solidFill>
                            <a:schemeClr val="tx1"/>
                          </a:solidFill>
                        </a:rPr>
                        <a:t>0</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latinLnBrk="1"/>
                      <a:r>
                        <a:rPr lang="en-US" altLang="ko-KR" dirty="0">
                          <a:solidFill>
                            <a:schemeClr val="tx1"/>
                          </a:solidFill>
                        </a:rPr>
                        <a:t>1</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latinLnBrk="1"/>
                      <a:r>
                        <a:rPr lang="en-US" altLang="ko-KR" dirty="0">
                          <a:solidFill>
                            <a:schemeClr val="tx1"/>
                          </a:solidFill>
                        </a:rPr>
                        <a:t>2</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latinLnBrk="1"/>
                      <a:r>
                        <a:rPr lang="en-US" altLang="ko-KR" dirty="0" err="1">
                          <a:solidFill>
                            <a:schemeClr val="tx1"/>
                          </a:solidFill>
                        </a:rPr>
                        <a:t>fd</a:t>
                      </a:r>
                      <a:r>
                        <a:rPr lang="en-US" altLang="ko-KR" dirty="0">
                          <a:solidFill>
                            <a:schemeClr val="tx1"/>
                          </a:solidFill>
                        </a:rPr>
                        <a:t>[0]</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latinLnBrk="1"/>
                      <a:r>
                        <a:rPr lang="en-US" altLang="ko-KR" dirty="0" err="1">
                          <a:solidFill>
                            <a:schemeClr val="tx1"/>
                          </a:solidFill>
                        </a:rPr>
                        <a:t>fd</a:t>
                      </a:r>
                      <a:r>
                        <a:rPr lang="en-US" altLang="ko-KR" dirty="0">
                          <a:solidFill>
                            <a:schemeClr val="tx1"/>
                          </a:solidFill>
                        </a:rPr>
                        <a:t>[1]</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extLst>
                  <a:ext uri="{0D108BD9-81ED-4DB2-BD59-A6C34878D82A}">
                    <a16:rowId xmlns:a16="http://schemas.microsoft.com/office/drawing/2014/main" val="2519968117"/>
                  </a:ext>
                </a:extLst>
              </a:tr>
            </a:tbl>
          </a:graphicData>
        </a:graphic>
      </p:graphicFrame>
      <p:sp>
        <p:nvSpPr>
          <p:cNvPr id="14" name="사각형: 둥근 모서리 13">
            <a:extLst>
              <a:ext uri="{FF2B5EF4-FFF2-40B4-BE49-F238E27FC236}">
                <a16:creationId xmlns:a16="http://schemas.microsoft.com/office/drawing/2014/main" id="{355FB353-4D62-E85C-EC17-B7446D9069F2}"/>
              </a:ext>
            </a:extLst>
          </p:cNvPr>
          <p:cNvSpPr/>
          <p:nvPr/>
        </p:nvSpPr>
        <p:spPr>
          <a:xfrm>
            <a:off x="2229633" y="5726593"/>
            <a:ext cx="6559913" cy="3708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dirty="0"/>
              <a:t>File (pipe buffer)</a:t>
            </a:r>
            <a:endParaRPr lang="ko-KR" altLang="en-US" dirty="0"/>
          </a:p>
        </p:txBody>
      </p:sp>
      <p:cxnSp>
        <p:nvCxnSpPr>
          <p:cNvPr id="15" name="직선 화살표 연결선 14">
            <a:extLst>
              <a:ext uri="{FF2B5EF4-FFF2-40B4-BE49-F238E27FC236}">
                <a16:creationId xmlns:a16="http://schemas.microsoft.com/office/drawing/2014/main" id="{093330FB-82ED-76D7-3EF0-60A3C1D1303F}"/>
              </a:ext>
            </a:extLst>
          </p:cNvPr>
          <p:cNvCxnSpPr>
            <a:cxnSpLocks/>
          </p:cNvCxnSpPr>
          <p:nvPr/>
        </p:nvCxnSpPr>
        <p:spPr>
          <a:xfrm>
            <a:off x="4717584" y="4776717"/>
            <a:ext cx="914400" cy="914400"/>
          </a:xfrm>
          <a:prstGeom prst="straightConnector1">
            <a:avLst/>
          </a:prstGeom>
          <a:ln w="50800">
            <a:solidFill>
              <a:schemeClr val="bg1">
                <a:lumMod val="8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6" name="직선 화살표 연결선 15">
            <a:extLst>
              <a:ext uri="{FF2B5EF4-FFF2-40B4-BE49-F238E27FC236}">
                <a16:creationId xmlns:a16="http://schemas.microsoft.com/office/drawing/2014/main" id="{0AF2CA7C-1367-D700-F794-1932A7FEB6DC}"/>
              </a:ext>
            </a:extLst>
          </p:cNvPr>
          <p:cNvCxnSpPr>
            <a:cxnSpLocks/>
          </p:cNvCxnSpPr>
          <p:nvPr/>
        </p:nvCxnSpPr>
        <p:spPr>
          <a:xfrm flipV="1">
            <a:off x="7782387" y="4788675"/>
            <a:ext cx="914400" cy="914400"/>
          </a:xfrm>
          <a:prstGeom prst="straightConnector1">
            <a:avLst/>
          </a:prstGeom>
          <a:ln w="50800">
            <a:solidFill>
              <a:schemeClr val="bg1">
                <a:lumMod val="8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9" name="직선 화살표 연결선 18">
            <a:extLst>
              <a:ext uri="{FF2B5EF4-FFF2-40B4-BE49-F238E27FC236}">
                <a16:creationId xmlns:a16="http://schemas.microsoft.com/office/drawing/2014/main" id="{7E9B508C-B596-2F04-1933-7BD9439D7922}"/>
              </a:ext>
            </a:extLst>
          </p:cNvPr>
          <p:cNvCxnSpPr>
            <a:cxnSpLocks/>
          </p:cNvCxnSpPr>
          <p:nvPr/>
        </p:nvCxnSpPr>
        <p:spPr>
          <a:xfrm>
            <a:off x="2623769" y="4794938"/>
            <a:ext cx="914400" cy="914400"/>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직선 화살표 연결선 19">
            <a:extLst>
              <a:ext uri="{FF2B5EF4-FFF2-40B4-BE49-F238E27FC236}">
                <a16:creationId xmlns:a16="http://schemas.microsoft.com/office/drawing/2014/main" id="{F38F0583-49FA-6FCE-7BA0-AAD60CBE5BD4}"/>
              </a:ext>
            </a:extLst>
          </p:cNvPr>
          <p:cNvCxnSpPr>
            <a:cxnSpLocks/>
          </p:cNvCxnSpPr>
          <p:nvPr/>
        </p:nvCxnSpPr>
        <p:spPr>
          <a:xfrm flipV="1">
            <a:off x="5772462" y="4776717"/>
            <a:ext cx="914400" cy="914400"/>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761D1DD4-075C-E72A-2BD7-0BFEAB62484A}"/>
              </a:ext>
            </a:extLst>
          </p:cNvPr>
          <p:cNvSpPr txBox="1"/>
          <p:nvPr/>
        </p:nvSpPr>
        <p:spPr>
          <a:xfrm>
            <a:off x="10164871" y="3121067"/>
            <a:ext cx="1479572" cy="369332"/>
          </a:xfrm>
          <a:prstGeom prst="rect">
            <a:avLst/>
          </a:prstGeom>
          <a:noFill/>
        </p:spPr>
        <p:txBody>
          <a:bodyPr wrap="none" rtlCol="0">
            <a:spAutoFit/>
          </a:bodyPr>
          <a:lstStyle/>
          <a:p>
            <a:r>
              <a:rPr lang="en-US" altLang="ko-KR" dirty="0"/>
              <a:t>Before dup2()</a:t>
            </a:r>
            <a:endParaRPr lang="ko-KR" altLang="en-US" dirty="0"/>
          </a:p>
        </p:txBody>
      </p:sp>
      <p:sp>
        <p:nvSpPr>
          <p:cNvPr id="22" name="TextBox 21">
            <a:extLst>
              <a:ext uri="{FF2B5EF4-FFF2-40B4-BE49-F238E27FC236}">
                <a16:creationId xmlns:a16="http://schemas.microsoft.com/office/drawing/2014/main" id="{8EE45D39-2FA6-FA4F-7FA0-03B7C862D448}"/>
              </a:ext>
            </a:extLst>
          </p:cNvPr>
          <p:cNvSpPr txBox="1"/>
          <p:nvPr/>
        </p:nvSpPr>
        <p:spPr>
          <a:xfrm>
            <a:off x="10164871" y="4951955"/>
            <a:ext cx="1387624" cy="369332"/>
          </a:xfrm>
          <a:prstGeom prst="rect">
            <a:avLst/>
          </a:prstGeom>
          <a:noFill/>
        </p:spPr>
        <p:txBody>
          <a:bodyPr wrap="none" rtlCol="0">
            <a:spAutoFit/>
          </a:bodyPr>
          <a:lstStyle/>
          <a:p>
            <a:r>
              <a:rPr lang="en-US" altLang="ko-KR" dirty="0"/>
              <a:t>After dup2()</a:t>
            </a:r>
            <a:endParaRPr lang="ko-KR" altLang="en-US" dirty="0"/>
          </a:p>
        </p:txBody>
      </p:sp>
      <p:sp>
        <p:nvSpPr>
          <p:cNvPr id="23" name="TextBox 22">
            <a:extLst>
              <a:ext uri="{FF2B5EF4-FFF2-40B4-BE49-F238E27FC236}">
                <a16:creationId xmlns:a16="http://schemas.microsoft.com/office/drawing/2014/main" id="{F3287219-CA93-49DA-B83F-E74C42A2B847}"/>
              </a:ext>
            </a:extLst>
          </p:cNvPr>
          <p:cNvSpPr txBox="1"/>
          <p:nvPr/>
        </p:nvSpPr>
        <p:spPr>
          <a:xfrm>
            <a:off x="552383" y="4894660"/>
            <a:ext cx="2349629" cy="738664"/>
          </a:xfrm>
          <a:prstGeom prst="rect">
            <a:avLst/>
          </a:prstGeom>
          <a:noFill/>
        </p:spPr>
        <p:txBody>
          <a:bodyPr wrap="square">
            <a:spAutoFit/>
          </a:bodyPr>
          <a:lstStyle/>
          <a:p>
            <a:r>
              <a:rPr lang="en-US" altLang="ko-KR" sz="1400" dirty="0"/>
              <a:t>The previous process writes its output (</a:t>
            </a:r>
            <a:r>
              <a:rPr lang="en-US" altLang="ko-KR" sz="1400" dirty="0" err="1"/>
              <a:t>stdout</a:t>
            </a:r>
            <a:r>
              <a:rPr lang="en-US" altLang="ko-KR" sz="1400" dirty="0"/>
              <a:t>) to the write end of the pipe.</a:t>
            </a:r>
            <a:endParaRPr lang="ko-KR" altLang="en-US" sz="1400" dirty="0"/>
          </a:p>
        </p:txBody>
      </p:sp>
      <p:sp>
        <p:nvSpPr>
          <p:cNvPr id="24" name="TextBox 23">
            <a:extLst>
              <a:ext uri="{FF2B5EF4-FFF2-40B4-BE49-F238E27FC236}">
                <a16:creationId xmlns:a16="http://schemas.microsoft.com/office/drawing/2014/main" id="{7472F8A0-9DCA-49D9-9291-12B0C5894434}"/>
              </a:ext>
            </a:extLst>
          </p:cNvPr>
          <p:cNvSpPr txBox="1"/>
          <p:nvPr/>
        </p:nvSpPr>
        <p:spPr>
          <a:xfrm>
            <a:off x="6564258" y="4860120"/>
            <a:ext cx="2866571" cy="523220"/>
          </a:xfrm>
          <a:prstGeom prst="rect">
            <a:avLst/>
          </a:prstGeom>
          <a:noFill/>
        </p:spPr>
        <p:txBody>
          <a:bodyPr wrap="square">
            <a:spAutoFit/>
          </a:bodyPr>
          <a:lstStyle/>
          <a:p>
            <a:r>
              <a:rPr lang="en-US" altLang="ko-KR" sz="1400" dirty="0"/>
              <a:t>Next process reads its input (stdin) from the read end of the pipe.</a:t>
            </a:r>
            <a:endParaRPr lang="ko-KR" altLang="en-US" sz="1400" dirty="0"/>
          </a:p>
        </p:txBody>
      </p:sp>
      <p:sp>
        <p:nvSpPr>
          <p:cNvPr id="25" name="TextBox 24">
            <a:extLst>
              <a:ext uri="{FF2B5EF4-FFF2-40B4-BE49-F238E27FC236}">
                <a16:creationId xmlns:a16="http://schemas.microsoft.com/office/drawing/2014/main" id="{6034AE49-8DFA-4176-88DB-0E5282ACE690}"/>
              </a:ext>
            </a:extLst>
          </p:cNvPr>
          <p:cNvSpPr txBox="1"/>
          <p:nvPr/>
        </p:nvSpPr>
        <p:spPr>
          <a:xfrm>
            <a:off x="10164871" y="4937064"/>
            <a:ext cx="1387624" cy="369332"/>
          </a:xfrm>
          <a:prstGeom prst="rect">
            <a:avLst/>
          </a:prstGeom>
          <a:noFill/>
        </p:spPr>
        <p:txBody>
          <a:bodyPr wrap="none" rtlCol="0">
            <a:spAutoFit/>
          </a:bodyPr>
          <a:lstStyle/>
          <a:p>
            <a:r>
              <a:rPr lang="en-US" altLang="ko-KR" dirty="0"/>
              <a:t>After dup2()</a:t>
            </a:r>
            <a:endParaRPr lang="ko-KR" altLang="en-US" dirty="0"/>
          </a:p>
        </p:txBody>
      </p:sp>
      <p:sp>
        <p:nvSpPr>
          <p:cNvPr id="26" name="TextBox 25">
            <a:extLst>
              <a:ext uri="{FF2B5EF4-FFF2-40B4-BE49-F238E27FC236}">
                <a16:creationId xmlns:a16="http://schemas.microsoft.com/office/drawing/2014/main" id="{A0B3130E-8D4A-4B31-A98F-87A0F42648AA}"/>
              </a:ext>
            </a:extLst>
          </p:cNvPr>
          <p:cNvSpPr txBox="1"/>
          <p:nvPr/>
        </p:nvSpPr>
        <p:spPr>
          <a:xfrm>
            <a:off x="243874" y="3706121"/>
            <a:ext cx="1865382" cy="369332"/>
          </a:xfrm>
          <a:prstGeom prst="rect">
            <a:avLst/>
          </a:prstGeom>
          <a:noFill/>
        </p:spPr>
        <p:txBody>
          <a:bodyPr wrap="none" rtlCol="0">
            <a:spAutoFit/>
          </a:bodyPr>
          <a:lstStyle/>
          <a:p>
            <a:r>
              <a:rPr lang="en-US" altLang="ko-KR" dirty="0"/>
              <a:t>Ex ) Ls | grep a.txt</a:t>
            </a:r>
            <a:endParaRPr lang="ko-KR" altLang="en-US" dirty="0"/>
          </a:p>
        </p:txBody>
      </p:sp>
    </p:spTree>
    <p:extLst>
      <p:ext uri="{BB962C8B-B14F-4D97-AF65-F5344CB8AC3E}">
        <p14:creationId xmlns:p14="http://schemas.microsoft.com/office/powerpoint/2010/main" val="3644956143"/>
      </p:ext>
    </p:extLst>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5"/>
          <p:cNvSpPr>
            <a:spLocks noGrp="1"/>
          </p:cNvSpPr>
          <p:nvPr>
            <p:ph type="sldNum" sz="quarter" idx="12"/>
          </p:nvPr>
        </p:nvSpPr>
        <p:spPr/>
        <p:txBody>
          <a:bodyPr/>
          <a:lstStyle/>
          <a:p>
            <a:pPr lvl="0">
              <a:defRPr/>
            </a:pPr>
            <a:r>
              <a:rPr lang="en-US" altLang="ko-KR"/>
              <a:t>-</a:t>
            </a:r>
            <a:fld id="{3D16D23B-24D6-455E-BBD7-6975BEA16FD4}" type="slidenum">
              <a:rPr lang="en-US" altLang="en-US"/>
              <a:pPr lvl="0">
                <a:defRPr/>
              </a:pPr>
              <a:t>31</a:t>
            </a:fld>
            <a:r>
              <a:rPr lang="en-US" altLang="ko-KR"/>
              <a:t>-</a:t>
            </a:r>
          </a:p>
        </p:txBody>
      </p:sp>
      <p:sp>
        <p:nvSpPr>
          <p:cNvPr id="3" name="제목 3"/>
          <p:cNvSpPr>
            <a:spLocks noGrp="1"/>
          </p:cNvSpPr>
          <p:nvPr>
            <p:ph type="title"/>
          </p:nvPr>
        </p:nvSpPr>
        <p:spPr/>
        <p:txBody>
          <a:bodyPr/>
          <a:lstStyle/>
          <a:p>
            <a:pPr>
              <a:defRPr/>
            </a:pPr>
            <a:r>
              <a:rPr lang="en-US" altLang="ko-KR" dirty="0"/>
              <a:t>Simple Pipe example</a:t>
            </a:r>
            <a:endParaRPr lang="en-US" altLang="ko-KR" sz="2600" dirty="0">
              <a:ea typeface="Tahoma" panose="020B0604030504040204" pitchFamily="34" charset="0"/>
            </a:endParaRPr>
          </a:p>
        </p:txBody>
      </p:sp>
      <p:sp>
        <p:nvSpPr>
          <p:cNvPr id="4" name="텍스트 개체 틀 7"/>
          <p:cNvSpPr>
            <a:spLocks noGrp="1"/>
          </p:cNvSpPr>
          <p:nvPr>
            <p:ph type="body" sz="quarter" idx="13" hasCustomPrompt="1"/>
          </p:nvPr>
        </p:nvSpPr>
        <p:spPr>
          <a:xfrm>
            <a:off x="350981" y="901693"/>
            <a:ext cx="11467755" cy="5140325"/>
          </a:xfrm>
        </p:spPr>
        <p:txBody>
          <a:bodyPr/>
          <a:lstStyle/>
          <a:p>
            <a:pPr>
              <a:defRPr/>
            </a:pPr>
            <a:r>
              <a:rPr lang="en-US" altLang="ko-KR" dirty="0">
                <a:ea typeface="Tahoma" panose="020B0604030504040204" pitchFamily="34" charset="0"/>
              </a:rPr>
              <a:t>Example code</a:t>
            </a:r>
          </a:p>
          <a:p>
            <a:pPr lvl="1">
              <a:defRPr/>
            </a:pPr>
            <a:r>
              <a:rPr lang="en-US" altLang="ko-KR" dirty="0">
                <a:ea typeface="Tahoma" panose="020B0604030504040204" pitchFamily="34" charset="0"/>
              </a:rPr>
              <a:t>Inter Process Communication between the child and the parent</a:t>
            </a:r>
          </a:p>
          <a:p>
            <a:pPr>
              <a:defRPr/>
            </a:pPr>
            <a:endParaRPr lang="en-US" altLang="ko-KR" dirty="0">
              <a:ea typeface="Tahoma" panose="020B0604030504040204" pitchFamily="34" charset="0"/>
            </a:endParaRPr>
          </a:p>
        </p:txBody>
      </p:sp>
      <p:sp>
        <p:nvSpPr>
          <p:cNvPr id="5" name="TextBox 4"/>
          <p:cNvSpPr txBox="1"/>
          <p:nvPr/>
        </p:nvSpPr>
        <p:spPr>
          <a:xfrm>
            <a:off x="2758724" y="2073079"/>
            <a:ext cx="2584362" cy="2760756"/>
          </a:xfrm>
          <a:prstGeom prst="rect">
            <a:avLst/>
          </a:prstGeom>
          <a:solidFill>
            <a:srgbClr val="FFFF66"/>
          </a:solidFill>
          <a:ln>
            <a:solidFill>
              <a:schemeClr val="tx1"/>
            </a:solidFill>
          </a:ln>
        </p:spPr>
        <p:txBody>
          <a:bodyPr wrap="square">
            <a:spAutoFit/>
          </a:bodyPr>
          <a:lstStyle/>
          <a:p>
            <a:pPr defTabSz="914400">
              <a:lnSpc>
                <a:spcPct val="80000"/>
              </a:lnSpc>
              <a:buFontTx/>
              <a:buNone/>
            </a:pPr>
            <a:r>
              <a:rPr lang="en-US" altLang="ko-KR" sz="1200" b="0" dirty="0">
                <a:latin typeface="Courier New" panose="02070309020205020404" pitchFamily="49" charset="0"/>
                <a:ea typeface="굴림" panose="020B0600000101010101" pitchFamily="50" charset="-127"/>
                <a:cs typeface="Courier New" panose="02070309020205020404" pitchFamily="49" charset="0"/>
              </a:rPr>
              <a:t>int </a:t>
            </a:r>
            <a:r>
              <a:rPr lang="en-US" altLang="ko-KR" sz="1200" b="0" dirty="0" err="1">
                <a:latin typeface="Courier New" panose="02070309020205020404" pitchFamily="49" charset="0"/>
                <a:ea typeface="굴림" panose="020B0600000101010101" pitchFamily="50" charset="-127"/>
                <a:cs typeface="Courier New" panose="02070309020205020404" pitchFamily="49" charset="0"/>
              </a:rPr>
              <a:t>pid</a:t>
            </a:r>
            <a:r>
              <a:rPr lang="en-US" altLang="ko-KR" sz="1200" b="0" dirty="0">
                <a:latin typeface="Courier New" panose="02070309020205020404" pitchFamily="49" charset="0"/>
                <a:ea typeface="굴림" panose="020B0600000101010101" pitchFamily="50" charset="-127"/>
                <a:cs typeface="Courier New" panose="02070309020205020404" pitchFamily="49" charset="0"/>
              </a:rPr>
              <a:t>, p[2];</a:t>
            </a:r>
          </a:p>
          <a:p>
            <a:pPr defTabSz="914400">
              <a:lnSpc>
                <a:spcPct val="80000"/>
              </a:lnSpc>
              <a:buFontTx/>
              <a:buNone/>
            </a:pPr>
            <a:r>
              <a:rPr lang="en-US" altLang="ko-KR" sz="1200" b="0" dirty="0">
                <a:latin typeface="Courier New" panose="02070309020205020404" pitchFamily="49" charset="0"/>
                <a:ea typeface="굴림" panose="020B0600000101010101" pitchFamily="50" charset="-127"/>
                <a:cs typeface="Courier New" panose="02070309020205020404" pitchFamily="49" charset="0"/>
              </a:rPr>
              <a:t>if (pipe(p) == -1)</a:t>
            </a:r>
          </a:p>
          <a:p>
            <a:pPr defTabSz="914400">
              <a:lnSpc>
                <a:spcPct val="80000"/>
              </a:lnSpc>
              <a:buFontTx/>
              <a:buNone/>
            </a:pPr>
            <a:r>
              <a:rPr lang="en-US" altLang="ko-KR" sz="1200" dirty="0">
                <a:latin typeface="Courier New" panose="02070309020205020404" pitchFamily="49" charset="0"/>
                <a:ea typeface="굴림" panose="020B0600000101010101" pitchFamily="50" charset="-127"/>
                <a:cs typeface="Courier New" panose="02070309020205020404" pitchFamily="49" charset="0"/>
              </a:rPr>
              <a:t>    </a:t>
            </a:r>
            <a:r>
              <a:rPr lang="en-US" altLang="ko-KR" sz="1200" b="0" dirty="0">
                <a:latin typeface="Courier New" panose="02070309020205020404" pitchFamily="49" charset="0"/>
                <a:ea typeface="굴림" panose="020B0600000101010101" pitchFamily="50" charset="-127"/>
                <a:cs typeface="Courier New" panose="02070309020205020404" pitchFamily="49" charset="0"/>
              </a:rPr>
              <a:t>exit(1);</a:t>
            </a:r>
          </a:p>
          <a:p>
            <a:pPr defTabSz="914400">
              <a:lnSpc>
                <a:spcPct val="80000"/>
              </a:lnSpc>
              <a:buFontTx/>
              <a:buNone/>
            </a:pPr>
            <a:endParaRPr lang="en-US" altLang="ko-KR" sz="1200" b="0" dirty="0">
              <a:latin typeface="Courier New" panose="02070309020205020404" pitchFamily="49" charset="0"/>
              <a:ea typeface="굴림" panose="020B0600000101010101" pitchFamily="50" charset="-127"/>
              <a:cs typeface="Courier New" panose="02070309020205020404" pitchFamily="49" charset="0"/>
            </a:endParaRPr>
          </a:p>
          <a:p>
            <a:pPr defTabSz="914400">
              <a:lnSpc>
                <a:spcPct val="80000"/>
              </a:lnSpc>
              <a:buFontTx/>
              <a:buNone/>
            </a:pPr>
            <a:r>
              <a:rPr lang="en-US" altLang="ko-KR" sz="1200" b="0" dirty="0" err="1">
                <a:latin typeface="Courier New" panose="02070309020205020404" pitchFamily="49" charset="0"/>
                <a:ea typeface="굴림" panose="020B0600000101010101" pitchFamily="50" charset="-127"/>
                <a:cs typeface="Courier New" panose="02070309020205020404" pitchFamily="49" charset="0"/>
              </a:rPr>
              <a:t>pid</a:t>
            </a:r>
            <a:r>
              <a:rPr lang="en-US" altLang="ko-KR" sz="1200" b="0" dirty="0">
                <a:latin typeface="Courier New" panose="02070309020205020404" pitchFamily="49" charset="0"/>
                <a:ea typeface="굴림" panose="020B0600000101010101" pitchFamily="50" charset="-127"/>
                <a:cs typeface="Courier New" panose="02070309020205020404" pitchFamily="49" charset="0"/>
              </a:rPr>
              <a:t> = fork();</a:t>
            </a:r>
          </a:p>
          <a:p>
            <a:pPr defTabSz="914400">
              <a:lnSpc>
                <a:spcPct val="80000"/>
              </a:lnSpc>
              <a:buFontTx/>
              <a:buNone/>
            </a:pPr>
            <a:r>
              <a:rPr lang="en-US" altLang="ko-KR" sz="1200" b="0" dirty="0">
                <a:latin typeface="Courier New" panose="02070309020205020404" pitchFamily="49" charset="0"/>
                <a:ea typeface="굴림" panose="020B0600000101010101" pitchFamily="50" charset="-127"/>
                <a:cs typeface="Courier New" panose="02070309020205020404" pitchFamily="49" charset="0"/>
              </a:rPr>
              <a:t>if (</a:t>
            </a:r>
            <a:r>
              <a:rPr lang="en-US" altLang="ko-KR" sz="1200" b="0" dirty="0" err="1">
                <a:latin typeface="Courier New" panose="02070309020205020404" pitchFamily="49" charset="0"/>
                <a:ea typeface="굴림" panose="020B0600000101010101" pitchFamily="50" charset="-127"/>
                <a:cs typeface="Courier New" panose="02070309020205020404" pitchFamily="49" charset="0"/>
              </a:rPr>
              <a:t>pid</a:t>
            </a:r>
            <a:r>
              <a:rPr lang="en-US" altLang="ko-KR" sz="1200" b="0" dirty="0">
                <a:latin typeface="Courier New" panose="02070309020205020404" pitchFamily="49" charset="0"/>
                <a:ea typeface="굴림" panose="020B0600000101010101" pitchFamily="50" charset="-127"/>
                <a:cs typeface="Courier New" panose="02070309020205020404" pitchFamily="49" charset="0"/>
              </a:rPr>
              <a:t> == 0) {</a:t>
            </a:r>
          </a:p>
          <a:p>
            <a:pPr defTabSz="914400">
              <a:lnSpc>
                <a:spcPct val="80000"/>
              </a:lnSpc>
              <a:buFontTx/>
              <a:buNone/>
            </a:pPr>
            <a:r>
              <a:rPr lang="en-US" altLang="ko-KR" sz="1200" dirty="0">
                <a:latin typeface="Courier New" panose="02070309020205020404" pitchFamily="49" charset="0"/>
                <a:ea typeface="굴림" panose="020B0600000101010101" pitchFamily="50" charset="-127"/>
                <a:cs typeface="Courier New" panose="02070309020205020404" pitchFamily="49" charset="0"/>
              </a:rPr>
              <a:t>    </a:t>
            </a:r>
            <a:r>
              <a:rPr lang="en-US" altLang="ko-KR" sz="1200" b="0" dirty="0">
                <a:latin typeface="Courier New" panose="02070309020205020404" pitchFamily="49" charset="0"/>
                <a:ea typeface="굴림" panose="020B0600000101010101" pitchFamily="50" charset="-127"/>
                <a:cs typeface="Courier New" panose="02070309020205020404" pitchFamily="49" charset="0"/>
              </a:rPr>
              <a:t>close(p[1]);</a:t>
            </a:r>
          </a:p>
          <a:p>
            <a:pPr defTabSz="914400">
              <a:lnSpc>
                <a:spcPct val="80000"/>
              </a:lnSpc>
              <a:buFontTx/>
              <a:buNone/>
            </a:pPr>
            <a:r>
              <a:rPr lang="en-US" altLang="ko-KR" sz="1200" b="0" dirty="0">
                <a:latin typeface="Courier New" panose="02070309020205020404" pitchFamily="49" charset="0"/>
                <a:ea typeface="굴림" panose="020B0600000101010101" pitchFamily="50" charset="-127"/>
                <a:cs typeface="Courier New" panose="02070309020205020404" pitchFamily="49" charset="0"/>
              </a:rPr>
              <a:t>    dup2(p[0],0);</a:t>
            </a:r>
          </a:p>
          <a:p>
            <a:pPr defTabSz="914400">
              <a:lnSpc>
                <a:spcPct val="80000"/>
              </a:lnSpc>
              <a:buFontTx/>
              <a:buNone/>
            </a:pPr>
            <a:r>
              <a:rPr lang="en-US" altLang="ko-KR" sz="1200" b="0" dirty="0">
                <a:latin typeface="Courier New" panose="02070309020205020404" pitchFamily="49" charset="0"/>
                <a:ea typeface="굴림" panose="020B0600000101010101" pitchFamily="50" charset="-127"/>
                <a:cs typeface="Courier New" panose="02070309020205020404" pitchFamily="49" charset="0"/>
              </a:rPr>
              <a:t>    close(p[0]);</a:t>
            </a:r>
          </a:p>
          <a:p>
            <a:pPr defTabSz="914400">
              <a:lnSpc>
                <a:spcPct val="80000"/>
              </a:lnSpc>
              <a:buFontTx/>
              <a:buNone/>
            </a:pPr>
            <a:r>
              <a:rPr lang="en-US" altLang="ko-KR" sz="1200" b="0" dirty="0">
                <a:latin typeface="Courier New" panose="02070309020205020404" pitchFamily="49" charset="0"/>
                <a:ea typeface="굴림" panose="020B0600000101010101" pitchFamily="50" charset="-127"/>
                <a:cs typeface="Courier New" panose="02070309020205020404" pitchFamily="49" charset="0"/>
              </a:rPr>
              <a:t>    … read from stdin …</a:t>
            </a:r>
          </a:p>
          <a:p>
            <a:pPr defTabSz="914400">
              <a:lnSpc>
                <a:spcPct val="80000"/>
              </a:lnSpc>
              <a:buFontTx/>
              <a:buNone/>
            </a:pPr>
            <a:r>
              <a:rPr lang="en-US" altLang="ko-KR" sz="1200" b="0" dirty="0">
                <a:latin typeface="Courier New" panose="02070309020205020404" pitchFamily="49" charset="0"/>
                <a:ea typeface="굴림" panose="020B0600000101010101" pitchFamily="50" charset="-127"/>
                <a:cs typeface="Courier New" panose="02070309020205020404" pitchFamily="49" charset="0"/>
              </a:rPr>
              <a:t>}</a:t>
            </a:r>
          </a:p>
          <a:p>
            <a:pPr defTabSz="914400">
              <a:lnSpc>
                <a:spcPct val="80000"/>
              </a:lnSpc>
              <a:buFontTx/>
              <a:buNone/>
            </a:pPr>
            <a:r>
              <a:rPr lang="en-US" altLang="ko-KR" sz="1200" b="0" dirty="0">
                <a:latin typeface="Courier New" panose="02070309020205020404" pitchFamily="49" charset="0"/>
                <a:ea typeface="굴림" panose="020B0600000101010101" pitchFamily="50" charset="-127"/>
                <a:cs typeface="Courier New" panose="02070309020205020404" pitchFamily="49" charset="0"/>
              </a:rPr>
              <a:t>else {</a:t>
            </a:r>
          </a:p>
          <a:p>
            <a:pPr defTabSz="914400">
              <a:lnSpc>
                <a:spcPct val="80000"/>
              </a:lnSpc>
              <a:buFontTx/>
              <a:buNone/>
            </a:pPr>
            <a:r>
              <a:rPr lang="en-US" altLang="ko-KR" sz="1200" dirty="0">
                <a:latin typeface="Courier New" panose="02070309020205020404" pitchFamily="49" charset="0"/>
                <a:ea typeface="굴림" panose="020B0600000101010101" pitchFamily="50" charset="-127"/>
                <a:cs typeface="Courier New" panose="02070309020205020404" pitchFamily="49" charset="0"/>
              </a:rPr>
              <a:t>    </a:t>
            </a:r>
            <a:r>
              <a:rPr lang="en-US" altLang="ko-KR" sz="1200" b="0" dirty="0">
                <a:latin typeface="Courier New" panose="02070309020205020404" pitchFamily="49" charset="0"/>
                <a:ea typeface="굴림" panose="020B0600000101010101" pitchFamily="50" charset="-127"/>
                <a:cs typeface="Courier New" panose="02070309020205020404" pitchFamily="49" charset="0"/>
              </a:rPr>
              <a:t>close(p[0]);</a:t>
            </a:r>
          </a:p>
          <a:p>
            <a:pPr defTabSz="914400">
              <a:lnSpc>
                <a:spcPct val="80000"/>
              </a:lnSpc>
              <a:buFontTx/>
              <a:buNone/>
            </a:pPr>
            <a:r>
              <a:rPr lang="en-US" altLang="ko-KR" sz="1200" b="0" dirty="0">
                <a:latin typeface="Courier New" panose="02070309020205020404" pitchFamily="49" charset="0"/>
                <a:ea typeface="굴림" panose="020B0600000101010101" pitchFamily="50" charset="-127"/>
                <a:cs typeface="Courier New" panose="02070309020205020404" pitchFamily="49" charset="0"/>
              </a:rPr>
              <a:t>    dup2(p[1],1);</a:t>
            </a:r>
          </a:p>
          <a:p>
            <a:pPr defTabSz="914400">
              <a:lnSpc>
                <a:spcPct val="80000"/>
              </a:lnSpc>
              <a:buFontTx/>
              <a:buNone/>
            </a:pPr>
            <a:r>
              <a:rPr lang="en-US" altLang="ko-KR" sz="1200" b="0" dirty="0">
                <a:latin typeface="Courier New" panose="02070309020205020404" pitchFamily="49" charset="0"/>
                <a:ea typeface="굴림" panose="020B0600000101010101" pitchFamily="50" charset="-127"/>
                <a:cs typeface="Courier New" panose="02070309020205020404" pitchFamily="49" charset="0"/>
              </a:rPr>
              <a:t>    close(p[1]);</a:t>
            </a:r>
          </a:p>
          <a:p>
            <a:pPr defTabSz="914400">
              <a:lnSpc>
                <a:spcPct val="80000"/>
              </a:lnSpc>
              <a:buFontTx/>
              <a:buNone/>
            </a:pPr>
            <a:r>
              <a:rPr lang="en-US" altLang="ko-KR" sz="1200" b="0" dirty="0">
                <a:latin typeface="Courier New" panose="02070309020205020404" pitchFamily="49" charset="0"/>
                <a:ea typeface="굴림" panose="020B0600000101010101" pitchFamily="50" charset="-127"/>
                <a:cs typeface="Courier New" panose="02070309020205020404" pitchFamily="49" charset="0"/>
              </a:rPr>
              <a:t>    … write to </a:t>
            </a:r>
            <a:r>
              <a:rPr lang="en-US" altLang="ko-KR" sz="1200" b="0" dirty="0" err="1">
                <a:latin typeface="Courier New" panose="02070309020205020404" pitchFamily="49" charset="0"/>
                <a:ea typeface="굴림" panose="020B0600000101010101" pitchFamily="50" charset="-127"/>
                <a:cs typeface="Courier New" panose="02070309020205020404" pitchFamily="49" charset="0"/>
              </a:rPr>
              <a:t>stdout</a:t>
            </a:r>
            <a:r>
              <a:rPr lang="en-US" altLang="ko-KR" sz="1200" b="0" dirty="0">
                <a:latin typeface="Courier New" panose="02070309020205020404" pitchFamily="49" charset="0"/>
                <a:ea typeface="굴림" panose="020B0600000101010101" pitchFamily="50" charset="-127"/>
                <a:cs typeface="Courier New" panose="02070309020205020404" pitchFamily="49" charset="0"/>
              </a:rPr>
              <a:t> …</a:t>
            </a:r>
          </a:p>
          <a:p>
            <a:pPr defTabSz="914400">
              <a:lnSpc>
                <a:spcPct val="80000"/>
              </a:lnSpc>
              <a:buFontTx/>
              <a:buNone/>
            </a:pPr>
            <a:r>
              <a:rPr lang="en-US" altLang="ko-KR" sz="1200" b="0" dirty="0">
                <a:latin typeface="Courier New" panose="02070309020205020404" pitchFamily="49" charset="0"/>
                <a:ea typeface="굴림" panose="020B0600000101010101" pitchFamily="50" charset="-127"/>
                <a:cs typeface="Courier New" panose="02070309020205020404" pitchFamily="49" charset="0"/>
              </a:rPr>
              <a:t>    wait(&amp;status);</a:t>
            </a:r>
          </a:p>
          <a:p>
            <a:pPr defTabSz="914400">
              <a:lnSpc>
                <a:spcPct val="80000"/>
              </a:lnSpc>
              <a:buFontTx/>
              <a:buNone/>
            </a:pPr>
            <a:r>
              <a:rPr lang="en-US" altLang="ko-KR" sz="1200" b="0" dirty="0">
                <a:latin typeface="Courier New" panose="02070309020205020404" pitchFamily="49" charset="0"/>
                <a:ea typeface="굴림" panose="020B0600000101010101" pitchFamily="50" charset="-127"/>
                <a:cs typeface="Courier New" panose="02070309020205020404" pitchFamily="49" charset="0"/>
              </a:rPr>
              <a:t>}</a:t>
            </a:r>
          </a:p>
        </p:txBody>
      </p:sp>
      <p:sp>
        <p:nvSpPr>
          <p:cNvPr id="6" name="TextBox 7"/>
          <p:cNvSpPr txBox="1"/>
          <p:nvPr/>
        </p:nvSpPr>
        <p:spPr>
          <a:xfrm>
            <a:off x="5758492" y="2167024"/>
            <a:ext cx="2914307" cy="523220"/>
          </a:xfrm>
          <a:prstGeom prst="rect">
            <a:avLst/>
          </a:prstGeom>
          <a:noFill/>
        </p:spPr>
        <p:txBody>
          <a:bodyPr wrap="square">
            <a:spAutoFit/>
          </a:bodyPr>
          <a:lstStyle/>
          <a:p>
            <a:pPr marL="0" lvl="0" indent="0" algn="l" defTabSz="914400" rtl="0" eaLnBrk="1" latinLnBrk="1" hangingPunct="1">
              <a:lnSpc>
                <a:spcPct val="100000"/>
              </a:lnSpc>
              <a:spcBef>
                <a:spcPct val="0"/>
              </a:spcBef>
              <a:spcAft>
                <a:spcPts val="0"/>
              </a:spcAft>
              <a:buNone/>
              <a:defRPr/>
            </a:pPr>
            <a:r>
              <a:rPr lang="ko-KR" altLang="en-US" sz="1400" b="1" dirty="0">
                <a:latin typeface="Tahoma" panose="020B0604030504040204" pitchFamily="34" charset="0"/>
                <a:cs typeface="Tahoma" panose="020B0604030504040204" pitchFamily="34" charset="0"/>
              </a:rPr>
              <a:t>① </a:t>
            </a:r>
            <a:r>
              <a:rPr lang="en-US" altLang="ko-KR" sz="1400" b="1" dirty="0">
                <a:latin typeface="Tahoma" panose="020B0604030504040204" pitchFamily="34" charset="0"/>
                <a:ea typeface="Tahoma" panose="020B0604030504040204" pitchFamily="34" charset="0"/>
                <a:cs typeface="Tahoma" panose="020B0604030504040204" pitchFamily="34" charset="0"/>
              </a:rPr>
              <a:t>Create pipe read: </a:t>
            </a:r>
            <a:r>
              <a:rPr lang="en-US" altLang="ko-KR" sz="1400" b="1" dirty="0" err="1">
                <a:latin typeface="Tahoma" panose="020B0604030504040204" pitchFamily="34" charset="0"/>
                <a:ea typeface="Tahoma" panose="020B0604030504040204" pitchFamily="34" charset="0"/>
                <a:cs typeface="Tahoma" panose="020B0604030504040204" pitchFamily="34" charset="0"/>
              </a:rPr>
              <a:t>fd</a:t>
            </a:r>
            <a:r>
              <a:rPr lang="en-US" altLang="ko-KR" sz="1400" b="1" dirty="0">
                <a:latin typeface="Tahoma" panose="020B0604030504040204" pitchFamily="34" charset="0"/>
                <a:ea typeface="Tahoma" panose="020B0604030504040204" pitchFamily="34" charset="0"/>
                <a:cs typeface="Tahoma" panose="020B0604030504040204" pitchFamily="34" charset="0"/>
              </a:rPr>
              <a:t>[0], </a:t>
            </a:r>
          </a:p>
          <a:p>
            <a:pPr marL="0" lvl="0" indent="0" algn="l" defTabSz="914400" rtl="0" eaLnBrk="1" latinLnBrk="1" hangingPunct="1">
              <a:lnSpc>
                <a:spcPct val="100000"/>
              </a:lnSpc>
              <a:spcBef>
                <a:spcPct val="0"/>
              </a:spcBef>
              <a:spcAft>
                <a:spcPts val="0"/>
              </a:spcAft>
              <a:buNone/>
              <a:defRPr/>
            </a:pPr>
            <a:r>
              <a:rPr lang="en-US" altLang="ko-KR" sz="1400" b="1" dirty="0">
                <a:latin typeface="Tahoma" panose="020B0604030504040204" pitchFamily="34" charset="0"/>
                <a:ea typeface="Tahoma" panose="020B0604030504040204" pitchFamily="34" charset="0"/>
                <a:cs typeface="Tahoma" panose="020B0604030504040204" pitchFamily="34" charset="0"/>
              </a:rPr>
              <a:t>                     write: </a:t>
            </a:r>
            <a:r>
              <a:rPr lang="en-US" altLang="ko-KR" sz="1400" b="1" dirty="0" err="1">
                <a:latin typeface="Tahoma" panose="020B0604030504040204" pitchFamily="34" charset="0"/>
                <a:ea typeface="Tahoma" panose="020B0604030504040204" pitchFamily="34" charset="0"/>
                <a:cs typeface="Tahoma" panose="020B0604030504040204" pitchFamily="34" charset="0"/>
              </a:rPr>
              <a:t>fd</a:t>
            </a:r>
            <a:r>
              <a:rPr lang="en-US" altLang="ko-KR" sz="1400" b="1" dirty="0">
                <a:latin typeface="Tahoma" panose="020B0604030504040204" pitchFamily="34" charset="0"/>
                <a:ea typeface="Tahoma" panose="020B0604030504040204" pitchFamily="34" charset="0"/>
                <a:cs typeface="Tahoma" panose="020B0604030504040204" pitchFamily="34" charset="0"/>
              </a:rPr>
              <a:t>[1]</a:t>
            </a:r>
          </a:p>
        </p:txBody>
      </p:sp>
      <p:sp>
        <p:nvSpPr>
          <p:cNvPr id="9" name="TextBox 7"/>
          <p:cNvSpPr txBox="1"/>
          <p:nvPr/>
        </p:nvSpPr>
        <p:spPr>
          <a:xfrm>
            <a:off x="5758493" y="3916065"/>
            <a:ext cx="3064561" cy="523220"/>
          </a:xfrm>
          <a:prstGeom prst="rect">
            <a:avLst/>
          </a:prstGeom>
          <a:noFill/>
        </p:spPr>
        <p:txBody>
          <a:bodyPr wrap="square">
            <a:spAutoFit/>
          </a:bodyPr>
          <a:lstStyle/>
          <a:p>
            <a:pPr lvl="0">
              <a:defRPr/>
            </a:pPr>
            <a:r>
              <a:rPr lang="ko-KR" altLang="en-US" sz="1400" b="1" dirty="0">
                <a:latin typeface="Tahoma" panose="020B0604030504040204" pitchFamily="34" charset="0"/>
                <a:cs typeface="Tahoma" panose="020B0604030504040204" pitchFamily="34" charset="0"/>
              </a:rPr>
              <a:t>③</a:t>
            </a:r>
            <a:r>
              <a:rPr lang="en-US" altLang="ko-KR" sz="1400" b="1" dirty="0">
                <a:latin typeface="Tahoma" panose="020B0604030504040204" pitchFamily="34" charset="0"/>
                <a:ea typeface="Tahoma" panose="020B0604030504040204" pitchFamily="34" charset="0"/>
                <a:cs typeface="Tahoma" panose="020B0604030504040204" pitchFamily="34" charset="0"/>
              </a:rPr>
              <a:t> Parent makes </a:t>
            </a:r>
            <a:r>
              <a:rPr lang="en-US" altLang="ko-KR" sz="1400" b="1" dirty="0" err="1">
                <a:latin typeface="Tahoma" panose="020B0604030504040204" pitchFamily="34" charset="0"/>
                <a:ea typeface="Tahoma" panose="020B0604030504040204" pitchFamily="34" charset="0"/>
                <a:cs typeface="Tahoma" panose="020B0604030504040204" pitchFamily="34" charset="0"/>
              </a:rPr>
              <a:t>stdout</a:t>
            </a:r>
            <a:r>
              <a:rPr lang="en-US" altLang="ko-KR" sz="1400" b="1" dirty="0">
                <a:latin typeface="Tahoma" panose="020B0604030504040204" pitchFamily="34" charset="0"/>
                <a:ea typeface="Tahoma" panose="020B0604030504040204" pitchFamily="34" charset="0"/>
                <a:cs typeface="Tahoma" panose="020B0604030504040204" pitchFamily="34" charset="0"/>
              </a:rPr>
              <a:t> (1) the write side of the pipe</a:t>
            </a:r>
          </a:p>
        </p:txBody>
      </p:sp>
      <p:sp>
        <p:nvSpPr>
          <p:cNvPr id="8" name="TextBox 7">
            <a:extLst>
              <a:ext uri="{FF2B5EF4-FFF2-40B4-BE49-F238E27FC236}">
                <a16:creationId xmlns:a16="http://schemas.microsoft.com/office/drawing/2014/main" id="{5048FEC6-E14B-19B2-4D96-39A44DCA08B1}"/>
              </a:ext>
            </a:extLst>
          </p:cNvPr>
          <p:cNvSpPr txBox="1"/>
          <p:nvPr/>
        </p:nvSpPr>
        <p:spPr>
          <a:xfrm>
            <a:off x="5758492" y="3040788"/>
            <a:ext cx="2914307" cy="523220"/>
          </a:xfrm>
          <a:prstGeom prst="rect">
            <a:avLst/>
          </a:prstGeom>
          <a:noFill/>
        </p:spPr>
        <p:txBody>
          <a:bodyPr wrap="square">
            <a:spAutoFit/>
          </a:bodyPr>
          <a:lstStyle/>
          <a:p>
            <a:pPr>
              <a:defRPr/>
            </a:pPr>
            <a:r>
              <a:rPr lang="ko-KR" altLang="en-US" sz="1400" b="1" dirty="0">
                <a:latin typeface="Tahoma" panose="020B0604030504040204" pitchFamily="34" charset="0"/>
                <a:ea typeface="굴림" panose="020B0600000101010101" pitchFamily="50" charset="-127"/>
                <a:cs typeface="Tahoma" panose="020B0604030504040204" pitchFamily="34" charset="0"/>
              </a:rPr>
              <a:t>②</a:t>
            </a:r>
            <a:r>
              <a:rPr lang="en-US" altLang="ko-KR" sz="1400" b="1" dirty="0">
                <a:latin typeface="Tahoma" panose="020B0604030504040204" pitchFamily="34" charset="0"/>
                <a:ea typeface="Tahoma" panose="020B0604030504040204" pitchFamily="34" charset="0"/>
                <a:cs typeface="Tahoma" panose="020B0604030504040204" pitchFamily="34" charset="0"/>
              </a:rPr>
              <a:t> Child makes stdin (0) the read side of the pipe</a:t>
            </a:r>
          </a:p>
        </p:txBody>
      </p:sp>
      <p:grpSp>
        <p:nvGrpSpPr>
          <p:cNvPr id="13" name="그룹 12">
            <a:extLst>
              <a:ext uri="{FF2B5EF4-FFF2-40B4-BE49-F238E27FC236}">
                <a16:creationId xmlns:a16="http://schemas.microsoft.com/office/drawing/2014/main" id="{16753B9D-F0E8-FD56-E808-246B8715E22D}"/>
              </a:ext>
            </a:extLst>
          </p:cNvPr>
          <p:cNvGrpSpPr/>
          <p:nvPr/>
        </p:nvGrpSpPr>
        <p:grpSpPr>
          <a:xfrm>
            <a:off x="2583514" y="5104450"/>
            <a:ext cx="6736373" cy="937568"/>
            <a:chOff x="2049801" y="5571023"/>
            <a:chExt cx="6736373" cy="937568"/>
          </a:xfrm>
        </p:grpSpPr>
        <p:sp>
          <p:nvSpPr>
            <p:cNvPr id="21" name="직사각형 20">
              <a:extLst>
                <a:ext uri="{FF2B5EF4-FFF2-40B4-BE49-F238E27FC236}">
                  <a16:creationId xmlns:a16="http://schemas.microsoft.com/office/drawing/2014/main" id="{EC6B9ECC-96BB-65F2-F479-4893BA82FA09}"/>
                </a:ext>
              </a:extLst>
            </p:cNvPr>
            <p:cNvSpPr/>
            <p:nvPr/>
          </p:nvSpPr>
          <p:spPr bwMode="auto">
            <a:xfrm>
              <a:off x="2049801" y="5909577"/>
              <a:ext cx="1430777" cy="520919"/>
            </a:xfrm>
            <a:prstGeom prst="rect">
              <a:avLst/>
            </a:prstGeom>
            <a:no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R="0" defTabSz="914400" rtl="0" eaLnBrk="1" fontAlgn="base" latinLnBrk="1" hangingPunct="1">
                <a:lnSpc>
                  <a:spcPct val="100000"/>
                </a:lnSpc>
                <a:spcBef>
                  <a:spcPct val="20000"/>
                </a:spcBef>
                <a:spcAft>
                  <a:spcPct val="0"/>
                </a:spcAft>
                <a:buClr>
                  <a:schemeClr val="hlink"/>
                </a:buClr>
                <a:buSzPct val="155000"/>
                <a:tabLst/>
              </a:pPr>
              <a:r>
                <a:rPr kumimoji="0" lang="en-US" altLang="ko-KR" sz="1800" b="0" i="0" u="none" strike="noStrike" cap="none" normalizeH="0" baseline="0" dirty="0">
                  <a:ln>
                    <a:noFill/>
                  </a:ln>
                  <a:solidFill>
                    <a:schemeClr val="tx1"/>
                  </a:solidFill>
                  <a:effectLst/>
                  <a:latin typeface="Helvetica" panose="020B0604020202020204" pitchFamily="34" charset="0"/>
                  <a:ea typeface="-소망M" pitchFamily="18" charset="-127"/>
                  <a:cs typeface="Helvetica" panose="020B0604020202020204" pitchFamily="34" charset="0"/>
                </a:rPr>
                <a:t>parent</a:t>
              </a:r>
              <a:endParaRPr kumimoji="0" lang="ko-KR" altLang="en-US" sz="1800" b="0" i="0" u="none" strike="noStrike" cap="none" normalizeH="0" baseline="0" dirty="0">
                <a:ln>
                  <a:noFill/>
                </a:ln>
                <a:solidFill>
                  <a:schemeClr val="tx1"/>
                </a:solidFill>
                <a:effectLst/>
                <a:latin typeface="Helvetica" panose="020B0604020202020204" pitchFamily="34" charset="0"/>
                <a:ea typeface="-소망M" pitchFamily="18" charset="-127"/>
                <a:cs typeface="Helvetica" panose="020B0604020202020204" pitchFamily="34" charset="0"/>
              </a:endParaRPr>
            </a:p>
          </p:txBody>
        </p:sp>
        <p:grpSp>
          <p:nvGrpSpPr>
            <p:cNvPr id="22" name="그룹 21">
              <a:extLst>
                <a:ext uri="{FF2B5EF4-FFF2-40B4-BE49-F238E27FC236}">
                  <a16:creationId xmlns:a16="http://schemas.microsoft.com/office/drawing/2014/main" id="{99CC6455-9524-2292-47F2-2C80D6E6086C}"/>
                </a:ext>
              </a:extLst>
            </p:cNvPr>
            <p:cNvGrpSpPr/>
            <p:nvPr/>
          </p:nvGrpSpPr>
          <p:grpSpPr>
            <a:xfrm>
              <a:off x="4251025" y="6011985"/>
              <a:ext cx="2333925" cy="306084"/>
              <a:chOff x="6005383" y="6326887"/>
              <a:chExt cx="3138618" cy="306084"/>
            </a:xfrm>
          </p:grpSpPr>
          <p:sp>
            <p:nvSpPr>
              <p:cNvPr id="32" name="원통형 31">
                <a:extLst>
                  <a:ext uri="{FF2B5EF4-FFF2-40B4-BE49-F238E27FC236}">
                    <a16:creationId xmlns:a16="http://schemas.microsoft.com/office/drawing/2014/main" id="{957D4223-6608-091C-1659-AB6C711BCF65}"/>
                  </a:ext>
                </a:extLst>
              </p:cNvPr>
              <p:cNvSpPr/>
              <p:nvPr/>
            </p:nvSpPr>
            <p:spPr bwMode="auto">
              <a:xfrm rot="16200000">
                <a:off x="7421650" y="4910621"/>
                <a:ext cx="306083" cy="3138617"/>
              </a:xfrm>
              <a:prstGeom prst="can">
                <a:avLst/>
              </a:prstGeom>
              <a:no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l" defTabSz="914400" rtl="0" eaLnBrk="1" fontAlgn="base" latinLnBrk="1" hangingPunct="1">
                  <a:lnSpc>
                    <a:spcPct val="100000"/>
                  </a:lnSpc>
                  <a:spcBef>
                    <a:spcPct val="20000"/>
                  </a:spcBef>
                  <a:spcAft>
                    <a:spcPct val="0"/>
                  </a:spcAft>
                  <a:buClr>
                    <a:schemeClr val="hlink"/>
                  </a:buClr>
                  <a:buSzPct val="155000"/>
                  <a:buFont typeface="Wingdings" pitchFamily="2" charset="2"/>
                  <a:buBlip>
                    <a:blip r:embed="rId3"/>
                  </a:buBlip>
                  <a:tabLst/>
                </a:pPr>
                <a:endParaRPr kumimoji="0" lang="ko-KR" altLang="en-US" sz="1600" b="0" i="0" u="none" strike="noStrike" cap="none" normalizeH="0" baseline="0">
                  <a:ln>
                    <a:noFill/>
                  </a:ln>
                  <a:solidFill>
                    <a:srgbClr val="000099"/>
                  </a:solidFill>
                  <a:effectLst/>
                  <a:latin typeface="-소망M" pitchFamily="18" charset="-127"/>
                  <a:ea typeface="-소망M" pitchFamily="18" charset="-127"/>
                </a:endParaRPr>
              </a:p>
            </p:txBody>
          </p:sp>
          <p:sp>
            <p:nvSpPr>
              <p:cNvPr id="33" name="타원 32">
                <a:extLst>
                  <a:ext uri="{FF2B5EF4-FFF2-40B4-BE49-F238E27FC236}">
                    <a16:creationId xmlns:a16="http://schemas.microsoft.com/office/drawing/2014/main" id="{BD8516B6-25A7-236C-74D5-CFB374581444}"/>
                  </a:ext>
                </a:extLst>
              </p:cNvPr>
              <p:cNvSpPr/>
              <p:nvPr/>
            </p:nvSpPr>
            <p:spPr bwMode="auto">
              <a:xfrm>
                <a:off x="6005383" y="6326887"/>
                <a:ext cx="83474" cy="305625"/>
              </a:xfrm>
              <a:prstGeom prst="ellipse">
                <a:avLst/>
              </a:prstGeom>
              <a:solidFill>
                <a:srgbClr val="01810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l" defTabSz="914400" rtl="0" eaLnBrk="1" fontAlgn="base" latinLnBrk="1" hangingPunct="1">
                  <a:lnSpc>
                    <a:spcPct val="100000"/>
                  </a:lnSpc>
                  <a:spcBef>
                    <a:spcPct val="20000"/>
                  </a:spcBef>
                  <a:spcAft>
                    <a:spcPct val="0"/>
                  </a:spcAft>
                  <a:buClr>
                    <a:schemeClr val="hlink"/>
                  </a:buClr>
                  <a:buSzPct val="155000"/>
                  <a:buFont typeface="Wingdings" pitchFamily="2" charset="2"/>
                  <a:buBlip>
                    <a:blip r:embed="rId3"/>
                  </a:buBlip>
                  <a:tabLst/>
                </a:pPr>
                <a:endParaRPr kumimoji="0" lang="ko-KR" altLang="en-US" sz="1600" b="0" i="0" u="none" strike="noStrike" cap="none" normalizeH="0" baseline="0">
                  <a:ln>
                    <a:noFill/>
                  </a:ln>
                  <a:solidFill>
                    <a:srgbClr val="000099"/>
                  </a:solidFill>
                  <a:effectLst/>
                  <a:latin typeface="-소망M" pitchFamily="18" charset="-127"/>
                  <a:ea typeface="-소망M" pitchFamily="18" charset="-127"/>
                </a:endParaRPr>
              </a:p>
            </p:txBody>
          </p:sp>
          <p:sp>
            <p:nvSpPr>
              <p:cNvPr id="34" name="타원 33">
                <a:extLst>
                  <a:ext uri="{FF2B5EF4-FFF2-40B4-BE49-F238E27FC236}">
                    <a16:creationId xmlns:a16="http://schemas.microsoft.com/office/drawing/2014/main" id="{75CEED5C-284E-C436-3E8B-4C84E47BCB14}"/>
                  </a:ext>
                </a:extLst>
              </p:cNvPr>
              <p:cNvSpPr/>
              <p:nvPr/>
            </p:nvSpPr>
            <p:spPr bwMode="auto">
              <a:xfrm>
                <a:off x="9060527" y="6326887"/>
                <a:ext cx="83474" cy="305625"/>
              </a:xfrm>
              <a:prstGeom prst="ellipse">
                <a:avLst/>
              </a:prstGeom>
              <a:no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l" defTabSz="914400" rtl="0" eaLnBrk="1" fontAlgn="base" latinLnBrk="1" hangingPunct="1">
                  <a:lnSpc>
                    <a:spcPct val="100000"/>
                  </a:lnSpc>
                  <a:spcBef>
                    <a:spcPct val="20000"/>
                  </a:spcBef>
                  <a:spcAft>
                    <a:spcPct val="0"/>
                  </a:spcAft>
                  <a:buClr>
                    <a:schemeClr val="hlink"/>
                  </a:buClr>
                  <a:buSzPct val="155000"/>
                  <a:buFont typeface="Wingdings" pitchFamily="2" charset="2"/>
                  <a:buBlip>
                    <a:blip r:embed="rId3"/>
                  </a:buBlip>
                  <a:tabLst/>
                </a:pPr>
                <a:endParaRPr kumimoji="0" lang="ko-KR" altLang="en-US" sz="1600" b="0" i="0" u="none" strike="noStrike" cap="none" normalizeH="0" baseline="0">
                  <a:ln>
                    <a:noFill/>
                  </a:ln>
                  <a:solidFill>
                    <a:srgbClr val="000099"/>
                  </a:solidFill>
                  <a:effectLst/>
                  <a:latin typeface="-소망M" pitchFamily="18" charset="-127"/>
                  <a:ea typeface="-소망M" pitchFamily="18" charset="-127"/>
                </a:endParaRPr>
              </a:p>
            </p:txBody>
          </p:sp>
        </p:grpSp>
        <p:cxnSp>
          <p:nvCxnSpPr>
            <p:cNvPr id="23" name="직선 화살표 연결선 22">
              <a:extLst>
                <a:ext uri="{FF2B5EF4-FFF2-40B4-BE49-F238E27FC236}">
                  <a16:creationId xmlns:a16="http://schemas.microsoft.com/office/drawing/2014/main" id="{16D20942-BC30-4FD2-1AA5-0F9A20591B9E}"/>
                </a:ext>
              </a:extLst>
            </p:cNvPr>
            <p:cNvCxnSpPr>
              <a:cxnSpLocks/>
              <a:stCxn id="21" idx="3"/>
              <a:endCxn id="33" idx="2"/>
            </p:cNvCxnSpPr>
            <p:nvPr/>
          </p:nvCxnSpPr>
          <p:spPr>
            <a:xfrm flipV="1">
              <a:off x="3480578" y="6164798"/>
              <a:ext cx="770447" cy="5239"/>
            </a:xfrm>
            <a:prstGeom prst="straightConnector1">
              <a:avLst/>
            </a:prstGeom>
            <a:noFill/>
            <a:ln w="12700" cap="flat" cmpd="sng" algn="ctr">
              <a:solidFill>
                <a:sysClr val="windowText" lastClr="000000"/>
              </a:solidFill>
              <a:prstDash val="solid"/>
              <a:miter lim="800000"/>
              <a:tailEnd type="triangle"/>
            </a:ln>
            <a:effectLst/>
          </p:spPr>
        </p:cxnSp>
        <p:sp>
          <p:nvSpPr>
            <p:cNvPr id="24" name="TextBox 23">
              <a:extLst>
                <a:ext uri="{FF2B5EF4-FFF2-40B4-BE49-F238E27FC236}">
                  <a16:creationId xmlns:a16="http://schemas.microsoft.com/office/drawing/2014/main" id="{E3BEB182-A431-E076-0EBE-E25559E15784}"/>
                </a:ext>
              </a:extLst>
            </p:cNvPr>
            <p:cNvSpPr txBox="1"/>
            <p:nvPr/>
          </p:nvSpPr>
          <p:spPr>
            <a:xfrm>
              <a:off x="3480578" y="5826474"/>
              <a:ext cx="770445" cy="338554"/>
            </a:xfrm>
            <a:prstGeom prst="rect">
              <a:avLst/>
            </a:prstGeom>
            <a:noFill/>
          </p:spPr>
          <p:txBody>
            <a:bodyPr wrap="square" rtlCol="0">
              <a:spAutoFit/>
            </a:bodyPr>
            <a:lstStyle/>
            <a:p>
              <a:pPr algn="ctr"/>
              <a:r>
                <a:rPr lang="en-US" altLang="ko-KR" sz="1600" b="0" dirty="0">
                  <a:latin typeface="Helvetica" panose="020B0604020202020204" pitchFamily="34" charset="0"/>
                  <a:ea typeface="맑은 고딕" panose="020B0503020000020004" pitchFamily="50" charset="-127"/>
                  <a:cs typeface="Helvetica" panose="020B0604020202020204" pitchFamily="34" charset="0"/>
                </a:rPr>
                <a:t>write</a:t>
              </a:r>
              <a:endParaRPr lang="ko-KR" altLang="en-US" sz="1600" b="0" dirty="0">
                <a:latin typeface="Helvetica" panose="020B0604020202020204" pitchFamily="34" charset="0"/>
                <a:ea typeface="맑은 고딕" panose="020B0503020000020004" pitchFamily="50" charset="-127"/>
                <a:cs typeface="Helvetica" panose="020B0604020202020204" pitchFamily="34" charset="0"/>
              </a:endParaRPr>
            </a:p>
          </p:txBody>
        </p:sp>
        <p:cxnSp>
          <p:nvCxnSpPr>
            <p:cNvPr id="25" name="직선 화살표 연결선 24">
              <a:extLst>
                <a:ext uri="{FF2B5EF4-FFF2-40B4-BE49-F238E27FC236}">
                  <a16:creationId xmlns:a16="http://schemas.microsoft.com/office/drawing/2014/main" id="{3442ACD1-7F45-7685-3A32-71E352DD3560}"/>
                </a:ext>
              </a:extLst>
            </p:cNvPr>
            <p:cNvCxnSpPr>
              <a:cxnSpLocks/>
            </p:cNvCxnSpPr>
            <p:nvPr/>
          </p:nvCxnSpPr>
          <p:spPr>
            <a:xfrm flipV="1">
              <a:off x="6566324" y="6164798"/>
              <a:ext cx="770447" cy="5239"/>
            </a:xfrm>
            <a:prstGeom prst="straightConnector1">
              <a:avLst/>
            </a:prstGeom>
            <a:noFill/>
            <a:ln w="12700" cap="flat" cmpd="sng" algn="ctr">
              <a:solidFill>
                <a:sysClr val="windowText" lastClr="000000"/>
              </a:solidFill>
              <a:prstDash val="solid"/>
              <a:miter lim="800000"/>
              <a:tailEnd type="triangle"/>
            </a:ln>
            <a:effectLst/>
          </p:spPr>
        </p:cxnSp>
        <p:sp>
          <p:nvSpPr>
            <p:cNvPr id="26" name="TextBox 25">
              <a:extLst>
                <a:ext uri="{FF2B5EF4-FFF2-40B4-BE49-F238E27FC236}">
                  <a16:creationId xmlns:a16="http://schemas.microsoft.com/office/drawing/2014/main" id="{BB919074-B2A1-B742-C0EE-222DC5C831D8}"/>
                </a:ext>
              </a:extLst>
            </p:cNvPr>
            <p:cNvSpPr txBox="1"/>
            <p:nvPr/>
          </p:nvSpPr>
          <p:spPr>
            <a:xfrm>
              <a:off x="6566324" y="5826474"/>
              <a:ext cx="770445" cy="338554"/>
            </a:xfrm>
            <a:prstGeom prst="rect">
              <a:avLst/>
            </a:prstGeom>
            <a:noFill/>
          </p:spPr>
          <p:txBody>
            <a:bodyPr wrap="square" rtlCol="0">
              <a:spAutoFit/>
            </a:bodyPr>
            <a:lstStyle/>
            <a:p>
              <a:pPr algn="ctr"/>
              <a:r>
                <a:rPr lang="en-US" altLang="ko-KR" sz="1600" b="0" dirty="0">
                  <a:latin typeface="Helvetica" panose="020B0604020202020204" pitchFamily="34" charset="0"/>
                  <a:ea typeface="맑은 고딕" panose="020B0503020000020004" pitchFamily="50" charset="-127"/>
                  <a:cs typeface="Helvetica" panose="020B0604020202020204" pitchFamily="34" charset="0"/>
                </a:rPr>
                <a:t>read</a:t>
              </a:r>
              <a:endParaRPr lang="ko-KR" altLang="en-US" sz="1600" b="0" dirty="0">
                <a:latin typeface="Helvetica" panose="020B0604020202020204" pitchFamily="34" charset="0"/>
                <a:ea typeface="맑은 고딕" panose="020B0503020000020004" pitchFamily="50" charset="-127"/>
                <a:cs typeface="Helvetica" panose="020B0604020202020204" pitchFamily="34" charset="0"/>
              </a:endParaRPr>
            </a:p>
          </p:txBody>
        </p:sp>
        <p:sp>
          <p:nvSpPr>
            <p:cNvPr id="27" name="직사각형 26">
              <a:extLst>
                <a:ext uri="{FF2B5EF4-FFF2-40B4-BE49-F238E27FC236}">
                  <a16:creationId xmlns:a16="http://schemas.microsoft.com/office/drawing/2014/main" id="{4BA7A715-409D-4B52-88F9-C359D0152B67}"/>
                </a:ext>
              </a:extLst>
            </p:cNvPr>
            <p:cNvSpPr/>
            <p:nvPr/>
          </p:nvSpPr>
          <p:spPr bwMode="auto">
            <a:xfrm>
              <a:off x="7355397" y="5909577"/>
              <a:ext cx="1430777" cy="520919"/>
            </a:xfrm>
            <a:prstGeom prst="rect">
              <a:avLst/>
            </a:prstGeom>
            <a:no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R="0" defTabSz="914400" rtl="0" eaLnBrk="1" fontAlgn="base" latinLnBrk="1" hangingPunct="1">
                <a:lnSpc>
                  <a:spcPct val="100000"/>
                </a:lnSpc>
                <a:spcBef>
                  <a:spcPct val="20000"/>
                </a:spcBef>
                <a:spcAft>
                  <a:spcPct val="0"/>
                </a:spcAft>
                <a:buClr>
                  <a:schemeClr val="hlink"/>
                </a:buClr>
                <a:buSzPct val="155000"/>
                <a:tabLst/>
              </a:pPr>
              <a:r>
                <a:rPr kumimoji="0" lang="en-US" altLang="ko-KR" sz="1800" b="0" i="0" u="none" strike="noStrike" cap="none" normalizeH="0" baseline="0" dirty="0">
                  <a:ln>
                    <a:noFill/>
                  </a:ln>
                  <a:solidFill>
                    <a:schemeClr val="tx1"/>
                  </a:solidFill>
                  <a:effectLst/>
                  <a:latin typeface="Helvetica" panose="020B0604020202020204" pitchFamily="34" charset="0"/>
                  <a:ea typeface="-소망M" pitchFamily="18" charset="-127"/>
                  <a:cs typeface="Helvetica" panose="020B0604020202020204" pitchFamily="34" charset="0"/>
                </a:rPr>
                <a:t>child</a:t>
              </a:r>
              <a:endParaRPr kumimoji="0" lang="ko-KR" altLang="en-US" sz="1800" b="0" i="0" u="none" strike="noStrike" cap="none" normalizeH="0" baseline="0" dirty="0">
                <a:ln>
                  <a:noFill/>
                </a:ln>
                <a:solidFill>
                  <a:schemeClr val="tx1"/>
                </a:solidFill>
                <a:effectLst/>
                <a:latin typeface="Helvetica" panose="020B0604020202020204" pitchFamily="34" charset="0"/>
                <a:ea typeface="-소망M" pitchFamily="18" charset="-127"/>
                <a:cs typeface="Helvetica" panose="020B0604020202020204" pitchFamily="34" charset="0"/>
              </a:endParaRPr>
            </a:p>
          </p:txBody>
        </p:sp>
        <p:sp>
          <p:nvSpPr>
            <p:cNvPr id="28" name="TextBox 27">
              <a:extLst>
                <a:ext uri="{FF2B5EF4-FFF2-40B4-BE49-F238E27FC236}">
                  <a16:creationId xmlns:a16="http://schemas.microsoft.com/office/drawing/2014/main" id="{883DD7C4-BFF0-E18E-7615-85D74944C9BD}"/>
                </a:ext>
              </a:extLst>
            </p:cNvPr>
            <p:cNvSpPr txBox="1"/>
            <p:nvPr/>
          </p:nvSpPr>
          <p:spPr>
            <a:xfrm>
              <a:off x="3480578" y="6170037"/>
              <a:ext cx="770445" cy="338554"/>
            </a:xfrm>
            <a:prstGeom prst="rect">
              <a:avLst/>
            </a:prstGeom>
            <a:noFill/>
          </p:spPr>
          <p:txBody>
            <a:bodyPr wrap="square" rtlCol="0">
              <a:spAutoFit/>
            </a:bodyPr>
            <a:lstStyle/>
            <a:p>
              <a:pPr algn="ctr"/>
              <a:r>
                <a:rPr lang="en-US" altLang="ko-KR" sz="1600" b="0" dirty="0" err="1">
                  <a:latin typeface="Helvetica" panose="020B0604020202020204" pitchFamily="34" charset="0"/>
                  <a:ea typeface="맑은 고딕" panose="020B0503020000020004" pitchFamily="50" charset="-127"/>
                  <a:cs typeface="Helvetica" panose="020B0604020202020204" pitchFamily="34" charset="0"/>
                </a:rPr>
                <a:t>stdout</a:t>
              </a:r>
              <a:endParaRPr lang="ko-KR" altLang="en-US" sz="1600" b="0" dirty="0">
                <a:latin typeface="Helvetica" panose="020B0604020202020204" pitchFamily="34" charset="0"/>
                <a:ea typeface="맑은 고딕" panose="020B0503020000020004" pitchFamily="50" charset="-127"/>
                <a:cs typeface="Helvetica" panose="020B0604020202020204" pitchFamily="34" charset="0"/>
              </a:endParaRPr>
            </a:p>
          </p:txBody>
        </p:sp>
        <p:sp>
          <p:nvSpPr>
            <p:cNvPr id="29" name="TextBox 28">
              <a:extLst>
                <a:ext uri="{FF2B5EF4-FFF2-40B4-BE49-F238E27FC236}">
                  <a16:creationId xmlns:a16="http://schemas.microsoft.com/office/drawing/2014/main" id="{64FFC13E-305A-E2F1-156D-B14D553E663C}"/>
                </a:ext>
              </a:extLst>
            </p:cNvPr>
            <p:cNvSpPr txBox="1"/>
            <p:nvPr/>
          </p:nvSpPr>
          <p:spPr>
            <a:xfrm>
              <a:off x="6566326" y="6170037"/>
              <a:ext cx="770445" cy="338554"/>
            </a:xfrm>
            <a:prstGeom prst="rect">
              <a:avLst/>
            </a:prstGeom>
            <a:noFill/>
          </p:spPr>
          <p:txBody>
            <a:bodyPr wrap="square" rtlCol="0">
              <a:spAutoFit/>
            </a:bodyPr>
            <a:lstStyle/>
            <a:p>
              <a:pPr algn="ctr"/>
              <a:r>
                <a:rPr lang="en-US" altLang="ko-KR" sz="1600" b="0" dirty="0">
                  <a:latin typeface="Helvetica" panose="020B0604020202020204" pitchFamily="34" charset="0"/>
                  <a:ea typeface="맑은 고딕" panose="020B0503020000020004" pitchFamily="50" charset="-127"/>
                  <a:cs typeface="Helvetica" panose="020B0604020202020204" pitchFamily="34" charset="0"/>
                </a:rPr>
                <a:t>stdin</a:t>
              </a:r>
              <a:endParaRPr lang="ko-KR" altLang="en-US" sz="1600" b="0" dirty="0">
                <a:latin typeface="Helvetica" panose="020B0604020202020204" pitchFamily="34" charset="0"/>
                <a:ea typeface="맑은 고딕" panose="020B0503020000020004" pitchFamily="50" charset="-127"/>
                <a:cs typeface="Helvetica" panose="020B0604020202020204" pitchFamily="34" charset="0"/>
              </a:endParaRPr>
            </a:p>
          </p:txBody>
        </p:sp>
        <p:sp>
          <p:nvSpPr>
            <p:cNvPr id="30" name="직사각형 29">
              <a:extLst>
                <a:ext uri="{FF2B5EF4-FFF2-40B4-BE49-F238E27FC236}">
                  <a16:creationId xmlns:a16="http://schemas.microsoft.com/office/drawing/2014/main" id="{6C0E9F30-9600-CC40-71AD-3B06C73DCB2D}"/>
                </a:ext>
              </a:extLst>
            </p:cNvPr>
            <p:cNvSpPr/>
            <p:nvPr/>
          </p:nvSpPr>
          <p:spPr bwMode="auto">
            <a:xfrm>
              <a:off x="3480578" y="5571023"/>
              <a:ext cx="770444" cy="283736"/>
            </a:xfrm>
            <a:prstGeom prst="rect">
              <a:avLst/>
            </a:prstGeom>
            <a:no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R="0" defTabSz="914400" rtl="0" eaLnBrk="1" fontAlgn="base" latinLnBrk="1" hangingPunct="1">
                <a:lnSpc>
                  <a:spcPct val="100000"/>
                </a:lnSpc>
                <a:spcBef>
                  <a:spcPct val="20000"/>
                </a:spcBef>
                <a:spcAft>
                  <a:spcPct val="0"/>
                </a:spcAft>
                <a:buClr>
                  <a:schemeClr val="hlink"/>
                </a:buClr>
                <a:buSzPct val="155000"/>
                <a:tabLst/>
              </a:pPr>
              <a:r>
                <a:rPr kumimoji="0" lang="en-US" altLang="ko-KR" sz="1600" b="0" i="0" u="none" strike="noStrike" cap="none" normalizeH="0" baseline="0" dirty="0" err="1">
                  <a:ln>
                    <a:noFill/>
                  </a:ln>
                  <a:solidFill>
                    <a:schemeClr val="tx1"/>
                  </a:solidFill>
                  <a:effectLst/>
                  <a:latin typeface="-소망M" pitchFamily="18" charset="-127"/>
                  <a:ea typeface="-소망M" pitchFamily="18" charset="-127"/>
                </a:rPr>
                <a:t>fd</a:t>
              </a:r>
              <a:r>
                <a:rPr kumimoji="0" lang="en-US" altLang="ko-KR" sz="1600" b="0" i="0" u="none" strike="noStrike" cap="none" normalizeH="0" baseline="0" dirty="0">
                  <a:ln>
                    <a:noFill/>
                  </a:ln>
                  <a:solidFill>
                    <a:schemeClr val="tx1"/>
                  </a:solidFill>
                  <a:effectLst/>
                  <a:latin typeface="-소망M" pitchFamily="18" charset="-127"/>
                  <a:ea typeface="-소망M" pitchFamily="18" charset="-127"/>
                </a:rPr>
                <a:t>=1</a:t>
              </a:r>
              <a:endParaRPr kumimoji="0" lang="ko-KR" altLang="en-US" sz="1600" b="0" i="0" u="none" strike="noStrike" cap="none" normalizeH="0" baseline="0" dirty="0">
                <a:ln>
                  <a:noFill/>
                </a:ln>
                <a:solidFill>
                  <a:schemeClr val="tx1"/>
                </a:solidFill>
                <a:effectLst/>
                <a:latin typeface="-소망M" pitchFamily="18" charset="-127"/>
                <a:ea typeface="-소망M" pitchFamily="18" charset="-127"/>
              </a:endParaRPr>
            </a:p>
          </p:txBody>
        </p:sp>
        <p:sp>
          <p:nvSpPr>
            <p:cNvPr id="31" name="직사각형 30">
              <a:extLst>
                <a:ext uri="{FF2B5EF4-FFF2-40B4-BE49-F238E27FC236}">
                  <a16:creationId xmlns:a16="http://schemas.microsoft.com/office/drawing/2014/main" id="{262C2D2A-5BB1-0202-9800-3D42D1EB895B}"/>
                </a:ext>
              </a:extLst>
            </p:cNvPr>
            <p:cNvSpPr/>
            <p:nvPr/>
          </p:nvSpPr>
          <p:spPr bwMode="auto">
            <a:xfrm>
              <a:off x="6547696" y="5571023"/>
              <a:ext cx="770444" cy="283736"/>
            </a:xfrm>
            <a:prstGeom prst="rect">
              <a:avLst/>
            </a:prstGeom>
            <a:no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R="0" defTabSz="914400" rtl="0" eaLnBrk="1" fontAlgn="base" latinLnBrk="1" hangingPunct="1">
                <a:lnSpc>
                  <a:spcPct val="100000"/>
                </a:lnSpc>
                <a:spcBef>
                  <a:spcPct val="20000"/>
                </a:spcBef>
                <a:spcAft>
                  <a:spcPct val="0"/>
                </a:spcAft>
                <a:buClr>
                  <a:schemeClr val="hlink"/>
                </a:buClr>
                <a:buSzPct val="155000"/>
                <a:tabLst/>
              </a:pPr>
              <a:r>
                <a:rPr kumimoji="0" lang="en-US" altLang="ko-KR" sz="1600" b="0" i="0" u="none" strike="noStrike" cap="none" normalizeH="0" baseline="0" dirty="0" err="1">
                  <a:ln>
                    <a:noFill/>
                  </a:ln>
                  <a:solidFill>
                    <a:schemeClr val="tx1"/>
                  </a:solidFill>
                  <a:effectLst/>
                  <a:latin typeface="-소망M" pitchFamily="18" charset="-127"/>
                  <a:ea typeface="-소망M" pitchFamily="18" charset="-127"/>
                </a:rPr>
                <a:t>fd</a:t>
              </a:r>
              <a:r>
                <a:rPr kumimoji="0" lang="en-US" altLang="ko-KR" sz="1600" b="0" i="0" u="none" strike="noStrike" cap="none" normalizeH="0" baseline="0" dirty="0">
                  <a:ln>
                    <a:noFill/>
                  </a:ln>
                  <a:solidFill>
                    <a:schemeClr val="tx1"/>
                  </a:solidFill>
                  <a:effectLst/>
                  <a:latin typeface="-소망M" pitchFamily="18" charset="-127"/>
                  <a:ea typeface="-소망M" pitchFamily="18" charset="-127"/>
                </a:rPr>
                <a:t>=0</a:t>
              </a:r>
              <a:endParaRPr kumimoji="0" lang="ko-KR" altLang="en-US" sz="1600" b="0" i="0" u="none" strike="noStrike" cap="none" normalizeH="0" baseline="0" dirty="0">
                <a:ln>
                  <a:noFill/>
                </a:ln>
                <a:solidFill>
                  <a:schemeClr val="tx1"/>
                </a:solidFill>
                <a:effectLst/>
                <a:latin typeface="-소망M" pitchFamily="18" charset="-127"/>
                <a:ea typeface="-소망M" pitchFamily="18" charset="-127"/>
              </a:endParaRPr>
            </a:p>
          </p:txBody>
        </p:sp>
      </p:grpSp>
      <p:cxnSp>
        <p:nvCxnSpPr>
          <p:cNvPr id="7" name="직선 화살표 연결선 6">
            <a:extLst>
              <a:ext uri="{FF2B5EF4-FFF2-40B4-BE49-F238E27FC236}">
                <a16:creationId xmlns:a16="http://schemas.microsoft.com/office/drawing/2014/main" id="{1B0C7E98-32BD-027A-07C2-5B479D5E651E}"/>
              </a:ext>
            </a:extLst>
          </p:cNvPr>
          <p:cNvCxnSpPr>
            <a:cxnSpLocks/>
          </p:cNvCxnSpPr>
          <p:nvPr/>
        </p:nvCxnSpPr>
        <p:spPr>
          <a:xfrm flipH="1">
            <a:off x="5203374" y="2329311"/>
            <a:ext cx="55511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직선 화살표 연결선 9">
            <a:extLst>
              <a:ext uri="{FF2B5EF4-FFF2-40B4-BE49-F238E27FC236}">
                <a16:creationId xmlns:a16="http://schemas.microsoft.com/office/drawing/2014/main" id="{44C23E53-4DE9-B1C4-32AC-D5F54B3A836E}"/>
              </a:ext>
            </a:extLst>
          </p:cNvPr>
          <p:cNvCxnSpPr>
            <a:cxnSpLocks/>
          </p:cNvCxnSpPr>
          <p:nvPr/>
        </p:nvCxnSpPr>
        <p:spPr>
          <a:xfrm flipH="1">
            <a:off x="5203374" y="3201958"/>
            <a:ext cx="55511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직선 화살표 연결선 10">
            <a:extLst>
              <a:ext uri="{FF2B5EF4-FFF2-40B4-BE49-F238E27FC236}">
                <a16:creationId xmlns:a16="http://schemas.microsoft.com/office/drawing/2014/main" id="{22F5FBC9-4C23-1550-C31B-85C2A563277B}"/>
              </a:ext>
            </a:extLst>
          </p:cNvPr>
          <p:cNvCxnSpPr>
            <a:cxnSpLocks/>
          </p:cNvCxnSpPr>
          <p:nvPr/>
        </p:nvCxnSpPr>
        <p:spPr>
          <a:xfrm flipH="1">
            <a:off x="5130306" y="4091306"/>
            <a:ext cx="55511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B0B99F9-82D0-42AD-B2E8-153FD46879DA}"/>
              </a:ext>
            </a:extLst>
          </p:cNvPr>
          <p:cNvSpPr txBox="1"/>
          <p:nvPr/>
        </p:nvSpPr>
        <p:spPr>
          <a:xfrm>
            <a:off x="5364122" y="5519950"/>
            <a:ext cx="1218603" cy="369332"/>
          </a:xfrm>
          <a:prstGeom prst="rect">
            <a:avLst/>
          </a:prstGeom>
          <a:noFill/>
        </p:spPr>
        <p:txBody>
          <a:bodyPr wrap="none" rtlCol="0">
            <a:spAutoFit/>
          </a:bodyPr>
          <a:lstStyle/>
          <a:p>
            <a:r>
              <a:rPr lang="en-US" altLang="ko-KR" dirty="0"/>
              <a:t>Pipe buffer</a:t>
            </a:r>
            <a:endParaRPr lang="ko-KR" altLang="en-US" dirty="0"/>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B76B4-72C0-F754-1310-0783AA36A6ED}"/>
            </a:ext>
          </a:extLst>
        </p:cNvPr>
        <p:cNvGrpSpPr/>
        <p:nvPr/>
      </p:nvGrpSpPr>
      <p:grpSpPr>
        <a:xfrm>
          <a:off x="0" y="0"/>
          <a:ext cx="0" cy="0"/>
          <a:chOff x="0" y="0"/>
          <a:chExt cx="0" cy="0"/>
        </a:xfrm>
      </p:grpSpPr>
      <p:sp>
        <p:nvSpPr>
          <p:cNvPr id="3" name="부제목 2">
            <a:extLst>
              <a:ext uri="{FF2B5EF4-FFF2-40B4-BE49-F238E27FC236}">
                <a16:creationId xmlns:a16="http://schemas.microsoft.com/office/drawing/2014/main" id="{7361E3D8-1C3D-FCB3-0B70-C34D384277D8}"/>
              </a:ext>
            </a:extLst>
          </p:cNvPr>
          <p:cNvSpPr>
            <a:spLocks noGrp="1"/>
          </p:cNvSpPr>
          <p:nvPr>
            <p:ph type="subTitle" idx="1"/>
          </p:nvPr>
        </p:nvSpPr>
        <p:spPr/>
        <p:txBody>
          <a:bodyPr/>
          <a:lstStyle/>
          <a:p>
            <a:endParaRPr lang="ko-KR" altLang="en-US" dirty="0"/>
          </a:p>
        </p:txBody>
      </p:sp>
      <p:sp>
        <p:nvSpPr>
          <p:cNvPr id="7" name="제목 1">
            <a:extLst>
              <a:ext uri="{FF2B5EF4-FFF2-40B4-BE49-F238E27FC236}">
                <a16:creationId xmlns:a16="http://schemas.microsoft.com/office/drawing/2014/main" id="{ED5DD26D-5D31-7968-22E6-E22FEC382114}"/>
              </a:ext>
            </a:extLst>
          </p:cNvPr>
          <p:cNvSpPr>
            <a:spLocks noGrp="1"/>
          </p:cNvSpPr>
          <p:nvPr>
            <p:ph type="ctrTitle"/>
          </p:nvPr>
        </p:nvSpPr>
        <p:spPr>
          <a:xfrm>
            <a:off x="1524000" y="1122363"/>
            <a:ext cx="9144000" cy="2387600"/>
          </a:xfrm>
        </p:spPr>
        <p:txBody>
          <a:bodyPr/>
          <a:lstStyle/>
          <a:p>
            <a:r>
              <a:rPr lang="en-US" altLang="ko-KR" dirty="0"/>
              <a:t>Your TO-DO for </a:t>
            </a:r>
            <a:r>
              <a:rPr lang="en-US" altLang="ko-KR" dirty="0" err="1"/>
              <a:t>snush</a:t>
            </a:r>
            <a:r>
              <a:rPr lang="en-US" altLang="ko-KR" dirty="0"/>
              <a:t>:</a:t>
            </a:r>
            <a:br>
              <a:rPr lang="en-US" altLang="ko-KR" dirty="0"/>
            </a:br>
            <a:r>
              <a:rPr lang="en-US" altLang="ko-KR" dirty="0"/>
              <a:t>Pipe</a:t>
            </a:r>
            <a:endParaRPr lang="ko-KR" altLang="en-US" dirty="0"/>
          </a:p>
        </p:txBody>
      </p:sp>
    </p:spTree>
    <p:extLst>
      <p:ext uri="{BB962C8B-B14F-4D97-AF65-F5344CB8AC3E}">
        <p14:creationId xmlns:p14="http://schemas.microsoft.com/office/powerpoint/2010/main" val="6390936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5EDD2-619A-40E9-2F80-613127765CF5}"/>
            </a:ext>
          </a:extLst>
        </p:cNvPr>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89FE0184-49DD-397F-EBC1-1402662D3200}"/>
              </a:ext>
            </a:extLst>
          </p:cNvPr>
          <p:cNvSpPr>
            <a:spLocks noGrp="1"/>
          </p:cNvSpPr>
          <p:nvPr>
            <p:ph type="sldNum" sz="quarter" idx="12"/>
          </p:nvPr>
        </p:nvSpPr>
        <p:spPr/>
        <p:txBody>
          <a:bodyPr/>
          <a:lstStyle/>
          <a:p>
            <a:r>
              <a:rPr lang="en-US" altLang="ko-KR" dirty="0"/>
              <a:t>-</a:t>
            </a:r>
            <a:fld id="{3D16D23B-24D6-455E-BBD7-6975BEA16FD4}" type="slidenum">
              <a:rPr lang="ko-KR" altLang="en-US" smtClean="0"/>
              <a:pPr/>
              <a:t>33</a:t>
            </a:fld>
            <a:r>
              <a:rPr lang="en-US" altLang="ko-KR" dirty="0"/>
              <a:t>-</a:t>
            </a:r>
            <a:endParaRPr lang="ko-KR" altLang="en-US" dirty="0"/>
          </a:p>
        </p:txBody>
      </p:sp>
      <p:sp>
        <p:nvSpPr>
          <p:cNvPr id="3" name="제목 2">
            <a:extLst>
              <a:ext uri="{FF2B5EF4-FFF2-40B4-BE49-F238E27FC236}">
                <a16:creationId xmlns:a16="http://schemas.microsoft.com/office/drawing/2014/main" id="{58AC4461-F849-38EA-D332-B497031C89FB}"/>
              </a:ext>
            </a:extLst>
          </p:cNvPr>
          <p:cNvSpPr>
            <a:spLocks noGrp="1"/>
          </p:cNvSpPr>
          <p:nvPr>
            <p:ph type="title"/>
          </p:nvPr>
        </p:nvSpPr>
        <p:spPr/>
        <p:txBody>
          <a:bodyPr/>
          <a:lstStyle/>
          <a:p>
            <a:r>
              <a:rPr lang="en-US" altLang="ko-KR" dirty="0"/>
              <a:t>Functions</a:t>
            </a:r>
            <a:r>
              <a:rPr lang="ko-KR" altLang="en-US" dirty="0"/>
              <a:t> </a:t>
            </a:r>
            <a:r>
              <a:rPr lang="en-US" altLang="ko-KR" dirty="0"/>
              <a:t>for Pipe</a:t>
            </a:r>
            <a:endParaRPr lang="ko-KR" altLang="en-US" dirty="0"/>
          </a:p>
        </p:txBody>
      </p:sp>
      <p:sp>
        <p:nvSpPr>
          <p:cNvPr id="4" name="텍스트 개체 틀 3">
            <a:extLst>
              <a:ext uri="{FF2B5EF4-FFF2-40B4-BE49-F238E27FC236}">
                <a16:creationId xmlns:a16="http://schemas.microsoft.com/office/drawing/2014/main" id="{E3C36A18-7267-F47B-4DEA-DCE86E2A10CE}"/>
              </a:ext>
            </a:extLst>
          </p:cNvPr>
          <p:cNvSpPr>
            <a:spLocks noGrp="1"/>
          </p:cNvSpPr>
          <p:nvPr>
            <p:ph type="body" sz="quarter" idx="13"/>
          </p:nvPr>
        </p:nvSpPr>
        <p:spPr>
          <a:xfrm>
            <a:off x="350552" y="939800"/>
            <a:ext cx="11369963" cy="5216742"/>
          </a:xfrm>
        </p:spPr>
        <p:txBody>
          <a:bodyPr/>
          <a:lstStyle/>
          <a:p>
            <a:r>
              <a:rPr lang="en-US" altLang="ko-KR" dirty="0"/>
              <a:t>You need to implement </a:t>
            </a:r>
            <a:r>
              <a:rPr lang="en-US" altLang="ko-KR" dirty="0" err="1">
                <a:latin typeface="Courier New" panose="02070309020205020404" pitchFamily="49" charset="0"/>
                <a:cs typeface="Courier New" panose="02070309020205020404" pitchFamily="49" charset="0"/>
              </a:rPr>
              <a:t>iter_pipe_fork_exec</a:t>
            </a:r>
            <a:r>
              <a:rPr lang="en-US" altLang="ko-KR" dirty="0">
                <a:latin typeface="Courier New" panose="02070309020205020404" pitchFamily="49" charset="0"/>
                <a:cs typeface="Courier New" panose="02070309020205020404" pitchFamily="49" charset="0"/>
              </a:rPr>
              <a:t>()</a:t>
            </a:r>
          </a:p>
          <a:p>
            <a:r>
              <a:rPr lang="en-US" altLang="ko-KR" dirty="0">
                <a:ea typeface="Tahoma" panose="020B0604030504040204" pitchFamily="34" charset="0"/>
              </a:rPr>
              <a:t>Important system calls to utilize</a:t>
            </a:r>
          </a:p>
          <a:p>
            <a:pPr lvl="1"/>
            <a:r>
              <a:rPr lang="en-US" altLang="ko-KR" dirty="0">
                <a:latin typeface="Courier New" panose="02070309020205020404" pitchFamily="49" charset="0"/>
                <a:ea typeface="Tahoma" panose="020B0604030504040204" pitchFamily="34" charset="0"/>
                <a:cs typeface="Courier New" panose="02070309020205020404" pitchFamily="49" charset="0"/>
              </a:rPr>
              <a:t>fork(),dup2(),</a:t>
            </a:r>
            <a:r>
              <a:rPr lang="en-US" altLang="ko-KR" dirty="0" err="1">
                <a:latin typeface="Courier New" panose="02070309020205020404" pitchFamily="49" charset="0"/>
                <a:ea typeface="Tahoma" panose="020B0604030504040204" pitchFamily="34" charset="0"/>
                <a:cs typeface="Courier New" panose="02070309020205020404" pitchFamily="49" charset="0"/>
              </a:rPr>
              <a:t>execvp</a:t>
            </a:r>
            <a:r>
              <a:rPr lang="en-US" altLang="ko-KR" dirty="0">
                <a:latin typeface="Courier New" panose="02070309020205020404" pitchFamily="49" charset="0"/>
                <a:ea typeface="Tahoma" panose="020B0604030504040204" pitchFamily="34" charset="0"/>
                <a:cs typeface="Courier New" panose="02070309020205020404" pitchFamily="49" charset="0"/>
              </a:rPr>
              <a:t>()</a:t>
            </a:r>
          </a:p>
          <a:p>
            <a:pPr lvl="1"/>
            <a:r>
              <a:rPr lang="en-US" altLang="ko-KR" dirty="0">
                <a:latin typeface="Courier New" panose="02070309020205020404" pitchFamily="49" charset="0"/>
                <a:ea typeface="Tahoma" panose="020B0604030504040204" pitchFamily="34" charset="0"/>
                <a:cs typeface="Courier New" panose="02070309020205020404" pitchFamily="49" charset="0"/>
              </a:rPr>
              <a:t>pipe(), close()</a:t>
            </a:r>
          </a:p>
          <a:p>
            <a:pPr lvl="1"/>
            <a:r>
              <a:rPr lang="en-US" altLang="ko-KR" dirty="0" err="1">
                <a:latin typeface="Courier New" panose="02070309020205020404" pitchFamily="49" charset="0"/>
                <a:ea typeface="Tahoma" panose="020B0604030504040204" pitchFamily="34" charset="0"/>
                <a:cs typeface="Courier New" panose="02070309020205020404" pitchFamily="49" charset="0"/>
              </a:rPr>
              <a:t>setpgid</a:t>
            </a:r>
            <a:r>
              <a:rPr lang="en-US" altLang="ko-KR" dirty="0">
                <a:latin typeface="Courier New" panose="02070309020205020404" pitchFamily="49" charset="0"/>
                <a:ea typeface="Tahoma" panose="020B0604030504040204" pitchFamily="34" charset="0"/>
                <a:cs typeface="Courier New" panose="02070309020205020404" pitchFamily="49" charset="0"/>
              </a:rPr>
              <a:t>(): </a:t>
            </a:r>
            <a:r>
              <a:rPr lang="en-US" altLang="ko-KR" dirty="0">
                <a:ea typeface="Tahoma" panose="020B0604030504040204" pitchFamily="34" charset="0"/>
              </a:rPr>
              <a:t>Sets the process group ID of a process, allowing multiple processes to be grouped together for job control and signal management.</a:t>
            </a:r>
            <a:endParaRPr lang="en-US" altLang="ko-KR" dirty="0">
              <a:latin typeface="Courier New" panose="02070309020205020404" pitchFamily="49" charset="0"/>
              <a:ea typeface="Tahoma" panose="020B0604030504040204" pitchFamily="34" charset="0"/>
              <a:cs typeface="Courier New" panose="02070309020205020404" pitchFamily="49" charset="0"/>
            </a:endParaRPr>
          </a:p>
          <a:p>
            <a:pPr lvl="1"/>
            <a:r>
              <a:rPr lang="en-US" altLang="ko-KR" dirty="0" err="1">
                <a:latin typeface="Courier New" panose="02070309020205020404" pitchFamily="49" charset="0"/>
                <a:ea typeface="Tahoma" panose="020B0604030504040204" pitchFamily="34" charset="0"/>
                <a:cs typeface="Courier New" panose="02070309020205020404" pitchFamily="49" charset="0"/>
              </a:rPr>
              <a:t>tcsetpgrp</a:t>
            </a:r>
            <a:r>
              <a:rPr lang="en-US" altLang="ko-KR" dirty="0">
                <a:latin typeface="Courier New" panose="02070309020205020404" pitchFamily="49" charset="0"/>
                <a:ea typeface="Tahoma" panose="020B0604030504040204" pitchFamily="34" charset="0"/>
                <a:cs typeface="Courier New" panose="02070309020205020404" pitchFamily="49" charset="0"/>
              </a:rPr>
              <a:t>()</a:t>
            </a:r>
          </a:p>
          <a:p>
            <a:r>
              <a:rPr lang="en-US" altLang="ko-KR" dirty="0">
                <a:ea typeface="Tahoma" panose="020B0604030504040204" pitchFamily="34" charset="0"/>
              </a:rPr>
              <a:t>Important </a:t>
            </a:r>
            <a:r>
              <a:rPr lang="en-US" altLang="ko-KR" dirty="0" err="1">
                <a:latin typeface="Courier New" panose="02070309020205020404" pitchFamily="49" charset="0"/>
                <a:ea typeface="Tahoma" panose="020B0604030504040204" pitchFamily="34" charset="0"/>
                <a:cs typeface="Courier New" panose="02070309020205020404" pitchFamily="49" charset="0"/>
              </a:rPr>
              <a:t>snush</a:t>
            </a:r>
            <a:r>
              <a:rPr lang="en-US" altLang="ko-KR" dirty="0">
                <a:ea typeface="Tahoma" panose="020B0604030504040204" pitchFamily="34" charset="0"/>
              </a:rPr>
              <a:t> functions to utilize (Do not modify the functions listed below)</a:t>
            </a:r>
          </a:p>
          <a:p>
            <a:pPr lvl="1"/>
            <a:r>
              <a:rPr lang="en-US" altLang="ko-KR" dirty="0" err="1">
                <a:latin typeface="Courier New" panose="02070309020205020404" pitchFamily="49" charset="0"/>
                <a:cs typeface="Courier New" panose="02070309020205020404" pitchFamily="49" charset="0"/>
              </a:rPr>
              <a:t>dynarray_get</a:t>
            </a:r>
            <a:r>
              <a:rPr lang="en-US" altLang="ko-KR" dirty="0">
                <a:latin typeface="Courier New" panose="02070309020205020404" pitchFamily="49" charset="0"/>
                <a:cs typeface="Courier New" panose="02070309020205020404" pitchFamily="49" charset="0"/>
              </a:rPr>
              <a:t>(): </a:t>
            </a:r>
            <a:r>
              <a:rPr lang="en-US" altLang="ko-KR" dirty="0">
                <a:ea typeface="Tahoma" panose="020B0604030504040204" pitchFamily="34" charset="0"/>
              </a:rPr>
              <a:t>get tokens of a specific index, where index starts at 0</a:t>
            </a:r>
          </a:p>
          <a:p>
            <a:pPr lvl="1"/>
            <a:r>
              <a:rPr lang="en-US" altLang="ko-KR" dirty="0" err="1">
                <a:latin typeface="Courier New" panose="02070309020205020404" pitchFamily="49" charset="0"/>
                <a:ea typeface="Tahoma" panose="020B0604030504040204" pitchFamily="34" charset="0"/>
                <a:cs typeface="Courier New" panose="02070309020205020404" pitchFamily="49" charset="0"/>
              </a:rPr>
              <a:t>dynarray_get_length</a:t>
            </a:r>
            <a:r>
              <a:rPr lang="en-US" altLang="ko-KR" dirty="0">
                <a:latin typeface="Courier New" panose="02070309020205020404" pitchFamily="49" charset="0"/>
                <a:ea typeface="Tahoma" panose="020B0604030504040204" pitchFamily="34" charset="0"/>
                <a:cs typeface="Courier New" panose="02070309020205020404" pitchFamily="49" charset="0"/>
              </a:rPr>
              <a:t>()</a:t>
            </a:r>
            <a:r>
              <a:rPr lang="en-US" altLang="ko-KR" dirty="0">
                <a:ea typeface="Tahoma" panose="020B0604030504040204" pitchFamily="34" charset="0"/>
              </a:rPr>
              <a:t>: get total number of tokens</a:t>
            </a:r>
          </a:p>
          <a:p>
            <a:pPr lvl="1"/>
            <a:r>
              <a:rPr lang="en-US" altLang="ko-KR" dirty="0" err="1">
                <a:latin typeface="Courier New" panose="02070309020205020404" pitchFamily="49" charset="0"/>
                <a:ea typeface="Tahoma" panose="020B0604030504040204" pitchFamily="34" charset="0"/>
                <a:cs typeface="Courier New" panose="02070309020205020404" pitchFamily="49" charset="0"/>
              </a:rPr>
              <a:t>check_builtin</a:t>
            </a:r>
            <a:r>
              <a:rPr lang="en-US" altLang="ko-KR" dirty="0">
                <a:latin typeface="Courier New" panose="02070309020205020404" pitchFamily="49" charset="0"/>
                <a:ea typeface="Tahoma" panose="020B0604030504040204" pitchFamily="34" charset="0"/>
                <a:cs typeface="Courier New" panose="02070309020205020404" pitchFamily="49" charset="0"/>
              </a:rPr>
              <a:t>(), </a:t>
            </a:r>
            <a:r>
              <a:rPr lang="en-US" altLang="ko-KR" dirty="0" err="1">
                <a:latin typeface="Courier New" panose="02070309020205020404" pitchFamily="49" charset="0"/>
                <a:ea typeface="Tahoma" panose="020B0604030504040204" pitchFamily="34" charset="0"/>
                <a:cs typeface="Courier New" panose="02070309020205020404" pitchFamily="49" charset="0"/>
              </a:rPr>
              <a:t>execute_builtin_partial</a:t>
            </a:r>
            <a:r>
              <a:rPr lang="en-US" altLang="ko-KR" dirty="0">
                <a:latin typeface="Courier New" panose="02070309020205020404" pitchFamily="49" charset="0"/>
                <a:ea typeface="Tahoma" panose="020B0604030504040204" pitchFamily="34" charset="0"/>
                <a:cs typeface="Courier New" panose="02070309020205020404" pitchFamily="49" charset="0"/>
              </a:rPr>
              <a:t>()</a:t>
            </a:r>
          </a:p>
          <a:p>
            <a:pPr lvl="1"/>
            <a:r>
              <a:rPr lang="en-US" altLang="ko-KR" dirty="0" err="1">
                <a:latin typeface="Courier New" panose="02070309020205020404" pitchFamily="49" charset="0"/>
                <a:cs typeface="Courier New" panose="02070309020205020404" pitchFamily="49" charset="0"/>
              </a:rPr>
              <a:t>build_command_partial</a:t>
            </a:r>
            <a:r>
              <a:rPr lang="en-US" altLang="ko-KR" dirty="0">
                <a:latin typeface="Courier New" panose="02070309020205020404" pitchFamily="49" charset="0"/>
                <a:cs typeface="Courier New" panose="02070309020205020404" pitchFamily="49" charset="0"/>
              </a:rPr>
              <a:t>(): </a:t>
            </a:r>
            <a:r>
              <a:rPr lang="en-US" altLang="ko-KR" dirty="0">
                <a:ea typeface="Tahoma" panose="020B0604030504040204" pitchFamily="34" charset="0"/>
              </a:rPr>
              <a:t>construct the command array passed as argument to </a:t>
            </a:r>
            <a:r>
              <a:rPr lang="en-US" altLang="ko-KR" dirty="0" err="1">
                <a:latin typeface="Courier New" panose="02070309020205020404" pitchFamily="49" charset="0"/>
                <a:cs typeface="Courier New" panose="02070309020205020404" pitchFamily="49" charset="0"/>
              </a:rPr>
              <a:t>execvp</a:t>
            </a:r>
            <a:r>
              <a:rPr lang="en-US" altLang="ko-KR" dirty="0">
                <a:latin typeface="Courier New" panose="02070309020205020404" pitchFamily="49" charset="0"/>
                <a:cs typeface="Courier New" panose="02070309020205020404" pitchFamily="49" charset="0"/>
              </a:rPr>
              <a:t>()</a:t>
            </a:r>
          </a:p>
          <a:p>
            <a:pPr lvl="1"/>
            <a:r>
              <a:rPr lang="en-US" altLang="ko-KR" dirty="0" err="1">
                <a:latin typeface="Courier New" panose="02070309020205020404" pitchFamily="49" charset="0"/>
                <a:cs typeface="Courier New" panose="02070309020205020404" pitchFamily="49" charset="0"/>
              </a:rPr>
              <a:t>wait_fg</a:t>
            </a:r>
            <a:r>
              <a:rPr lang="en-US" altLang="ko-KR" dirty="0">
                <a:latin typeface="Courier New" panose="02070309020205020404" pitchFamily="49" charset="0"/>
                <a:cs typeface="Courier New" panose="02070309020205020404" pitchFamily="49" charset="0"/>
              </a:rPr>
              <a:t>(): </a:t>
            </a:r>
            <a:r>
              <a:rPr lang="en-US" altLang="ko-KR" b="0" dirty="0">
                <a:solidFill>
                  <a:schemeClr val="tx1"/>
                </a:solidFill>
                <a:effectLst/>
                <a:ea typeface="Tahoma" panose="020B0604030504040204" pitchFamily="34" charset="0"/>
              </a:rPr>
              <a:t>continuously checks whether the given job has finished executing</a:t>
            </a:r>
            <a:endParaRPr lang="en-US" altLang="ko-KR" dirty="0">
              <a:latin typeface="Courier New" panose="02070309020205020404" pitchFamily="49" charset="0"/>
              <a:cs typeface="Courier New" panose="02070309020205020404" pitchFamily="49" charset="0"/>
            </a:endParaRPr>
          </a:p>
          <a:p>
            <a:endParaRPr lang="en-US" altLang="ko-KR" dirty="0">
              <a:latin typeface="Courier New" panose="02070309020205020404" pitchFamily="49" charset="0"/>
              <a:ea typeface="Tahoma" panose="020B0604030504040204" pitchFamily="34" charset="0"/>
              <a:cs typeface="Courier New" panose="02070309020205020404" pitchFamily="49" charset="0"/>
            </a:endParaRPr>
          </a:p>
        </p:txBody>
      </p:sp>
    </p:spTree>
    <p:extLst>
      <p:ext uri="{BB962C8B-B14F-4D97-AF65-F5344CB8AC3E}">
        <p14:creationId xmlns:p14="http://schemas.microsoft.com/office/powerpoint/2010/main" val="7514942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6A785-FDA4-AB05-4E46-A457FBC8CB3A}"/>
            </a:ext>
          </a:extLst>
        </p:cNvPr>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112BD4E2-FB34-B07C-EF65-EF347DED4AF3}"/>
              </a:ext>
            </a:extLst>
          </p:cNvPr>
          <p:cNvSpPr>
            <a:spLocks noGrp="1"/>
          </p:cNvSpPr>
          <p:nvPr>
            <p:ph type="sldNum" sz="quarter" idx="12"/>
          </p:nvPr>
        </p:nvSpPr>
        <p:spPr/>
        <p:txBody>
          <a:bodyPr/>
          <a:lstStyle/>
          <a:p>
            <a:r>
              <a:rPr lang="en-US" altLang="ko-KR"/>
              <a:t>-</a:t>
            </a:r>
            <a:fld id="{3D16D23B-24D6-455E-BBD7-6975BEA16FD4}" type="slidenum">
              <a:rPr lang="ko-KR" altLang="en-US" smtClean="0"/>
              <a:pPr/>
              <a:t>34</a:t>
            </a:fld>
            <a:r>
              <a:rPr lang="en-US" altLang="ko-KR"/>
              <a:t>-</a:t>
            </a:r>
            <a:endParaRPr lang="ko-KR" altLang="en-US" dirty="0"/>
          </a:p>
        </p:txBody>
      </p:sp>
      <p:sp>
        <p:nvSpPr>
          <p:cNvPr id="3" name="제목 2">
            <a:extLst>
              <a:ext uri="{FF2B5EF4-FFF2-40B4-BE49-F238E27FC236}">
                <a16:creationId xmlns:a16="http://schemas.microsoft.com/office/drawing/2014/main" id="{5ABCCFB0-0418-CF9A-93F5-EAE245A3DC84}"/>
              </a:ext>
            </a:extLst>
          </p:cNvPr>
          <p:cNvSpPr>
            <a:spLocks noGrp="1"/>
          </p:cNvSpPr>
          <p:nvPr>
            <p:ph type="title"/>
          </p:nvPr>
        </p:nvSpPr>
        <p:spPr/>
        <p:txBody>
          <a:bodyPr/>
          <a:lstStyle/>
          <a:p>
            <a:r>
              <a:rPr lang="en-US" altLang="ko-KR" dirty="0"/>
              <a:t>Implementing Pipe in </a:t>
            </a:r>
            <a:r>
              <a:rPr lang="en-US" altLang="ko-KR" dirty="0" err="1"/>
              <a:t>snush</a:t>
            </a:r>
            <a:endParaRPr lang="ko-KR" altLang="en-US" dirty="0"/>
          </a:p>
        </p:txBody>
      </p:sp>
      <p:sp>
        <p:nvSpPr>
          <p:cNvPr id="4" name="텍스트 개체 틀 3">
            <a:extLst>
              <a:ext uri="{FF2B5EF4-FFF2-40B4-BE49-F238E27FC236}">
                <a16:creationId xmlns:a16="http://schemas.microsoft.com/office/drawing/2014/main" id="{BD1EC887-0F39-599D-1065-8683F625293A}"/>
              </a:ext>
            </a:extLst>
          </p:cNvPr>
          <p:cNvSpPr>
            <a:spLocks noGrp="1"/>
          </p:cNvSpPr>
          <p:nvPr>
            <p:ph type="body" sz="quarter" idx="13"/>
          </p:nvPr>
        </p:nvSpPr>
        <p:spPr>
          <a:xfrm>
            <a:off x="350981" y="939800"/>
            <a:ext cx="11369963" cy="5140325"/>
          </a:xfrm>
        </p:spPr>
        <p:txBody>
          <a:bodyPr/>
          <a:lstStyle/>
          <a:p>
            <a:r>
              <a:rPr lang="en-US" altLang="ko-KR" dirty="0"/>
              <a:t>Decompose the token array based on the pipe symbol ( ‘</a:t>
            </a:r>
            <a:r>
              <a:rPr lang="en-US" altLang="ko-KR" dirty="0">
                <a:latin typeface="Courier New" panose="02070309020205020404" pitchFamily="49" charset="0"/>
                <a:cs typeface="Courier New" panose="02070309020205020404" pitchFamily="49" charset="0"/>
              </a:rPr>
              <a:t>|</a:t>
            </a:r>
            <a:r>
              <a:rPr lang="en-US" altLang="ko-KR" dirty="0"/>
              <a:t>’ )</a:t>
            </a:r>
          </a:p>
          <a:p>
            <a:pPr lvl="1"/>
            <a:r>
              <a:rPr lang="en-US" altLang="ko-KR" dirty="0"/>
              <a:t>Note that the pipe symbol cannot be preceded by an output (‘</a:t>
            </a:r>
            <a:r>
              <a:rPr lang="en-US" altLang="ko-KR" dirty="0">
                <a:latin typeface="Courier New" panose="02070309020205020404" pitchFamily="49" charset="0"/>
                <a:cs typeface="Courier New" panose="02070309020205020404" pitchFamily="49" charset="0"/>
              </a:rPr>
              <a:t>&gt;</a:t>
            </a:r>
            <a:r>
              <a:rPr lang="en-US" altLang="ko-KR" dirty="0"/>
              <a:t>’) or input (‘</a:t>
            </a:r>
            <a:r>
              <a:rPr lang="en-US" altLang="ko-KR" dirty="0">
                <a:latin typeface="Courier New" panose="02070309020205020404" pitchFamily="49" charset="0"/>
                <a:cs typeface="Courier New" panose="02070309020205020404" pitchFamily="49" charset="0"/>
              </a:rPr>
              <a:t>&lt;</a:t>
            </a:r>
            <a:r>
              <a:rPr lang="en-US" altLang="ko-KR" dirty="0"/>
              <a:t>‘) redirection operator</a:t>
            </a:r>
          </a:p>
          <a:p>
            <a:r>
              <a:rPr lang="en-US" altLang="ko-KR" dirty="0"/>
              <a:t>Set up pipes</a:t>
            </a:r>
          </a:p>
          <a:p>
            <a:r>
              <a:rPr lang="en-US" altLang="ko-KR" dirty="0"/>
              <a:t>Create child processes and run each command on each child</a:t>
            </a:r>
          </a:p>
          <a:p>
            <a:pPr lvl="1"/>
            <a:r>
              <a:rPr lang="en-US" altLang="ko-KR" dirty="0"/>
              <a:t>Create a child process for each command in the pipe</a:t>
            </a:r>
          </a:p>
          <a:p>
            <a:pPr lvl="1"/>
            <a:r>
              <a:rPr lang="en-US" altLang="ko-KR" dirty="0">
                <a:solidFill>
                  <a:schemeClr val="tx1"/>
                </a:solidFill>
                <a:ea typeface="Tahoma" panose="020B0604030504040204" pitchFamily="34" charset="0"/>
              </a:rPr>
              <a:t>Convert the tokenized input to an argument array for external command execution</a:t>
            </a:r>
          </a:p>
          <a:p>
            <a:pPr lvl="1"/>
            <a:r>
              <a:rPr lang="en-US" altLang="ko-KR" dirty="0"/>
              <a:t>Execute a specified command at the child process</a:t>
            </a:r>
          </a:p>
          <a:p>
            <a:pPr lvl="1"/>
            <a:r>
              <a:rPr lang="en-US" altLang="ko-KR" b="1" dirty="0"/>
              <a:t>All processes that belong to a pipeline must have the same process group ID.</a:t>
            </a:r>
            <a:endParaRPr lang="en-US" altLang="ko-KR" b="1" dirty="0">
              <a:latin typeface="Courier New" panose="02070309020205020404" pitchFamily="49" charset="0"/>
              <a:cs typeface="Courier New" panose="02070309020205020404" pitchFamily="49" charset="0"/>
            </a:endParaRPr>
          </a:p>
          <a:p>
            <a:r>
              <a:rPr lang="en-US" altLang="ko-KR" dirty="0">
                <a:ea typeface="Tahoma" panose="020B0604030504040204" pitchFamily="34" charset="0"/>
              </a:rPr>
              <a:t>The output of the previous process becomes the input of the next process</a:t>
            </a:r>
          </a:p>
          <a:p>
            <a:r>
              <a:rPr lang="en-US" altLang="ko-KR" dirty="0"/>
              <a:t>Use </a:t>
            </a:r>
            <a:r>
              <a:rPr lang="en-US" altLang="ko-KR" dirty="0" err="1">
                <a:latin typeface="Courier New" panose="02070309020205020404" pitchFamily="49" charset="0"/>
                <a:cs typeface="Courier New" panose="02070309020205020404" pitchFamily="49" charset="0"/>
              </a:rPr>
              <a:t>wait_fg</a:t>
            </a:r>
            <a:r>
              <a:rPr lang="en-US" altLang="ko-KR" dirty="0">
                <a:latin typeface="Courier New" panose="02070309020205020404" pitchFamily="49" charset="0"/>
                <a:cs typeface="Courier New" panose="02070309020205020404" pitchFamily="49" charset="0"/>
              </a:rPr>
              <a:t>() </a:t>
            </a:r>
            <a:r>
              <a:rPr lang="en-US" altLang="ko-KR" dirty="0"/>
              <a:t>to make sure the parent process is waiting properly</a:t>
            </a:r>
            <a:endParaRPr lang="en-US" altLang="ko-KR" dirty="0">
              <a:latin typeface="Courier New" panose="02070309020205020404" pitchFamily="49" charset="0"/>
              <a:cs typeface="Courier New" panose="02070309020205020404" pitchFamily="49" charset="0"/>
            </a:endParaRPr>
          </a:p>
          <a:p>
            <a:r>
              <a:rPr lang="en-US" altLang="ko-KR" dirty="0" err="1">
                <a:latin typeface="Courier New" panose="02070309020205020404" pitchFamily="49" charset="0"/>
                <a:cs typeface="Courier New" panose="02070309020205020404" pitchFamily="49" charset="0"/>
              </a:rPr>
              <a:t>iter_pipe_fork_exec</a:t>
            </a:r>
            <a:r>
              <a:rPr lang="en-US" altLang="ko-KR" dirty="0">
                <a:ea typeface="Tahoma" panose="020B0604030504040204" pitchFamily="34" charset="0"/>
              </a:rPr>
              <a:t>() should return the job id of the </a:t>
            </a:r>
            <a:r>
              <a:rPr lang="en-US" altLang="ko-KR" b="1" dirty="0">
                <a:ea typeface="Tahoma" panose="020B0604030504040204" pitchFamily="34" charset="0"/>
              </a:rPr>
              <a:t>first child</a:t>
            </a:r>
          </a:p>
          <a:p>
            <a:endParaRPr lang="ko-KR" altLang="en-US" dirty="0"/>
          </a:p>
        </p:txBody>
      </p:sp>
    </p:spTree>
    <p:extLst>
      <p:ext uri="{BB962C8B-B14F-4D97-AF65-F5344CB8AC3E}">
        <p14:creationId xmlns:p14="http://schemas.microsoft.com/office/powerpoint/2010/main" val="4673771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198C0B8-9197-4923-B649-8ABFCDF4B580}"/>
              </a:ext>
            </a:extLst>
          </p:cNvPr>
          <p:cNvSpPr>
            <a:spLocks noGrp="1"/>
          </p:cNvSpPr>
          <p:nvPr>
            <p:ph type="sldNum" sz="quarter" idx="12"/>
          </p:nvPr>
        </p:nvSpPr>
        <p:spPr/>
        <p:txBody>
          <a:bodyPr/>
          <a:lstStyle/>
          <a:p>
            <a:r>
              <a:rPr lang="en-US" altLang="ko-KR"/>
              <a:t>-</a:t>
            </a:r>
            <a:fld id="{3D16D23B-24D6-455E-BBD7-6975BEA16FD4}" type="slidenum">
              <a:rPr lang="ko-KR" altLang="en-US" smtClean="0"/>
              <a:pPr/>
              <a:t>35</a:t>
            </a:fld>
            <a:r>
              <a:rPr lang="en-US" altLang="ko-KR"/>
              <a:t>-</a:t>
            </a:r>
            <a:endParaRPr lang="ko-KR" altLang="en-US" dirty="0"/>
          </a:p>
        </p:txBody>
      </p:sp>
      <p:sp>
        <p:nvSpPr>
          <p:cNvPr id="3" name="제목 2">
            <a:extLst>
              <a:ext uri="{FF2B5EF4-FFF2-40B4-BE49-F238E27FC236}">
                <a16:creationId xmlns:a16="http://schemas.microsoft.com/office/drawing/2014/main" id="{716D1315-016D-4370-9019-185AD87D54A6}"/>
              </a:ext>
            </a:extLst>
          </p:cNvPr>
          <p:cNvSpPr>
            <a:spLocks noGrp="1"/>
          </p:cNvSpPr>
          <p:nvPr>
            <p:ph type="title"/>
          </p:nvPr>
        </p:nvSpPr>
        <p:spPr/>
        <p:txBody>
          <a:bodyPr/>
          <a:lstStyle/>
          <a:p>
            <a:r>
              <a:rPr lang="en-US" altLang="ko-KR" dirty="0"/>
              <a:t>Tips for implementing pipeline in </a:t>
            </a:r>
            <a:r>
              <a:rPr lang="en-US" altLang="ko-KR" dirty="0" err="1"/>
              <a:t>snush</a:t>
            </a:r>
            <a:endParaRPr lang="ko-KR" altLang="en-US" dirty="0"/>
          </a:p>
        </p:txBody>
      </p:sp>
      <p:sp>
        <p:nvSpPr>
          <p:cNvPr id="4" name="텍스트 개체 틀 3">
            <a:extLst>
              <a:ext uri="{FF2B5EF4-FFF2-40B4-BE49-F238E27FC236}">
                <a16:creationId xmlns:a16="http://schemas.microsoft.com/office/drawing/2014/main" id="{49B939E9-84CC-499C-B3BF-F45D9B8E951F}"/>
              </a:ext>
            </a:extLst>
          </p:cNvPr>
          <p:cNvSpPr>
            <a:spLocks noGrp="1"/>
          </p:cNvSpPr>
          <p:nvPr>
            <p:ph type="body" sz="quarter" idx="13"/>
          </p:nvPr>
        </p:nvSpPr>
        <p:spPr/>
        <p:txBody>
          <a:bodyPr/>
          <a:lstStyle/>
          <a:p>
            <a:r>
              <a:rPr lang="en-US" altLang="ko-KR" b="1" dirty="0"/>
              <a:t>All processes in a pipeline must share the same process group ID(PGID)</a:t>
            </a:r>
          </a:p>
          <a:p>
            <a:pPr lvl="1"/>
            <a:r>
              <a:rPr lang="en-US" altLang="ko-KR" dirty="0"/>
              <a:t>A | B | C : A, B, C should have the same PGID</a:t>
            </a:r>
          </a:p>
          <a:p>
            <a:pPr lvl="1"/>
            <a:r>
              <a:rPr lang="en-US" altLang="ko-KR" dirty="0"/>
              <a:t>Use </a:t>
            </a:r>
            <a:r>
              <a:rPr lang="en-US" altLang="ko-KR" dirty="0" err="1">
                <a:latin typeface="Courier New" panose="02070309020205020404" pitchFamily="49" charset="0"/>
                <a:ea typeface="Tahoma" panose="020B0604030504040204" pitchFamily="34" charset="0"/>
                <a:cs typeface="Courier New" panose="02070309020205020404" pitchFamily="49" charset="0"/>
              </a:rPr>
              <a:t>setpgid</a:t>
            </a:r>
            <a:r>
              <a:rPr lang="en-US" altLang="ko-KR" dirty="0">
                <a:latin typeface="Courier New" panose="02070309020205020404" pitchFamily="49" charset="0"/>
                <a:ea typeface="Tahoma" panose="020B0604030504040204" pitchFamily="34" charset="0"/>
                <a:cs typeface="Courier New" panose="02070309020205020404" pitchFamily="49" charset="0"/>
              </a:rPr>
              <a:t>()</a:t>
            </a:r>
            <a:r>
              <a:rPr lang="en-US" altLang="ko-KR" dirty="0">
                <a:ea typeface="Tahoma" panose="020B0604030504040204" pitchFamily="34" charset="0"/>
              </a:rPr>
              <a:t>to configure the process group</a:t>
            </a:r>
          </a:p>
          <a:p>
            <a:pPr lvl="1"/>
            <a:r>
              <a:rPr lang="en-US" altLang="ko-KR" dirty="0"/>
              <a:t>Be careful! — process scheduling after fork() is nondeterministic, so either the parent or the child may run first</a:t>
            </a:r>
            <a:endParaRPr lang="ko-KR" altLang="en-US" dirty="0"/>
          </a:p>
        </p:txBody>
      </p:sp>
    </p:spTree>
    <p:extLst>
      <p:ext uri="{BB962C8B-B14F-4D97-AF65-F5344CB8AC3E}">
        <p14:creationId xmlns:p14="http://schemas.microsoft.com/office/powerpoint/2010/main" val="34948211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D3F24-F172-3948-692A-A6A804D15056}"/>
            </a:ext>
          </a:extLst>
        </p:cNvPr>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F02F35D7-68A2-8872-0C33-D3AFFC2FBCD0}"/>
              </a:ext>
            </a:extLst>
          </p:cNvPr>
          <p:cNvSpPr>
            <a:spLocks noGrp="1"/>
          </p:cNvSpPr>
          <p:nvPr>
            <p:ph type="sldNum" sz="quarter" idx="12"/>
          </p:nvPr>
        </p:nvSpPr>
        <p:spPr/>
        <p:txBody>
          <a:bodyPr/>
          <a:lstStyle/>
          <a:p>
            <a:pPr lvl="0">
              <a:defRPr/>
            </a:pPr>
            <a:r>
              <a:rPr lang="en-US" altLang="ko-KR"/>
              <a:t>-</a:t>
            </a:r>
            <a:fld id="{3D16D23B-24D6-455E-BBD7-6975BEA16FD4}" type="slidenum">
              <a:rPr lang="en-US" altLang="en-US"/>
              <a:pPr lvl="0">
                <a:defRPr/>
              </a:pPr>
              <a:t>36</a:t>
            </a:fld>
            <a:r>
              <a:rPr lang="en-US" altLang="ko-KR"/>
              <a:t>-</a:t>
            </a:r>
          </a:p>
        </p:txBody>
      </p:sp>
      <p:sp>
        <p:nvSpPr>
          <p:cNvPr id="3" name="제목 2">
            <a:extLst>
              <a:ext uri="{FF2B5EF4-FFF2-40B4-BE49-F238E27FC236}">
                <a16:creationId xmlns:a16="http://schemas.microsoft.com/office/drawing/2014/main" id="{4C19FA60-DD8A-B857-F79F-4BD8E0355F5B}"/>
              </a:ext>
            </a:extLst>
          </p:cNvPr>
          <p:cNvSpPr>
            <a:spLocks noGrp="1"/>
          </p:cNvSpPr>
          <p:nvPr>
            <p:ph type="title"/>
          </p:nvPr>
        </p:nvSpPr>
        <p:spPr>
          <a:xfrm>
            <a:off x="198521" y="173474"/>
            <a:ext cx="11993479" cy="573577"/>
          </a:xfrm>
        </p:spPr>
        <p:txBody>
          <a:bodyPr/>
          <a:lstStyle/>
          <a:p>
            <a:pPr lvl="0">
              <a:defRPr/>
            </a:pPr>
            <a:r>
              <a:rPr lang="en-US" altLang="ko-KR" dirty="0"/>
              <a:t>Execution order of the shell and its child process</a:t>
            </a:r>
            <a:endParaRPr lang="ko-KR" altLang="en-US" dirty="0"/>
          </a:p>
        </p:txBody>
      </p:sp>
      <p:sp>
        <p:nvSpPr>
          <p:cNvPr id="4" name="텍스트 개체 틀 3">
            <a:extLst>
              <a:ext uri="{FF2B5EF4-FFF2-40B4-BE49-F238E27FC236}">
                <a16:creationId xmlns:a16="http://schemas.microsoft.com/office/drawing/2014/main" id="{FC0945F9-C56A-08D1-0559-7039BB07580B}"/>
              </a:ext>
            </a:extLst>
          </p:cNvPr>
          <p:cNvSpPr>
            <a:spLocks noGrp="1"/>
          </p:cNvSpPr>
          <p:nvPr>
            <p:ph type="body" sz="quarter" idx="13"/>
          </p:nvPr>
        </p:nvSpPr>
        <p:spPr>
          <a:xfrm>
            <a:off x="350553" y="939800"/>
            <a:ext cx="11480280" cy="5140325"/>
          </a:xfrm>
        </p:spPr>
        <p:txBody>
          <a:bodyPr/>
          <a:lstStyle/>
          <a:p>
            <a:pPr lvl="0">
              <a:defRPr/>
            </a:pPr>
            <a:r>
              <a:rPr lang="en-US" altLang="ko-KR" dirty="0">
                <a:ea typeface="Tahoma" panose="020B0604030504040204" pitchFamily="34" charset="0"/>
              </a:rPr>
              <a:t>In the </a:t>
            </a:r>
            <a:r>
              <a:rPr lang="en-US" altLang="ko-KR" dirty="0" err="1">
                <a:latin typeface="Courier New" panose="02070309020205020404" pitchFamily="49" charset="0"/>
                <a:ea typeface="Tahoma" panose="020B0604030504040204" pitchFamily="34" charset="0"/>
                <a:cs typeface="Courier New" panose="02070309020205020404" pitchFamily="49" charset="0"/>
              </a:rPr>
              <a:t>fork_exec</a:t>
            </a:r>
            <a:r>
              <a:rPr lang="en-US" altLang="ko-KR" dirty="0">
                <a:latin typeface="Courier New" panose="02070309020205020404" pitchFamily="49" charset="0"/>
                <a:ea typeface="Tahoma" panose="020B0604030504040204" pitchFamily="34" charset="0"/>
                <a:cs typeface="Courier New" panose="02070309020205020404" pitchFamily="49" charset="0"/>
              </a:rPr>
              <a:t>()</a:t>
            </a:r>
            <a:r>
              <a:rPr lang="en-US" altLang="ko-KR" dirty="0">
                <a:ea typeface="Tahoma" panose="020B0604030504040204" pitchFamily="34" charset="0"/>
              </a:rPr>
              <a:t> &amp; </a:t>
            </a:r>
            <a:r>
              <a:rPr lang="en-US" altLang="ko-KR" dirty="0" err="1">
                <a:latin typeface="Courier New" panose="02070309020205020404" pitchFamily="49" charset="0"/>
                <a:ea typeface="Tahoma" panose="020B0604030504040204" pitchFamily="34" charset="0"/>
                <a:cs typeface="Courier New" panose="02070309020205020404" pitchFamily="49" charset="0"/>
              </a:rPr>
              <a:t>iter_pipe_fork_exec</a:t>
            </a:r>
            <a:r>
              <a:rPr lang="en-US" altLang="ko-KR" dirty="0">
                <a:latin typeface="Courier New" panose="02070309020205020404" pitchFamily="49" charset="0"/>
                <a:ea typeface="Tahoma" panose="020B0604030504040204" pitchFamily="34" charset="0"/>
                <a:cs typeface="Courier New" panose="02070309020205020404" pitchFamily="49" charset="0"/>
              </a:rPr>
              <a:t>()</a:t>
            </a:r>
          </a:p>
          <a:p>
            <a:pPr lvl="0">
              <a:defRPr/>
            </a:pPr>
            <a:r>
              <a:rPr lang="en-US" altLang="ko-KR" dirty="0">
                <a:ea typeface="Tahoma" panose="020B0604030504040204" pitchFamily="34" charset="0"/>
              </a:rPr>
              <a:t>A job must be added by the parent process before the child process begins executing the new binary program</a:t>
            </a:r>
          </a:p>
          <a:p>
            <a:pPr lvl="0">
              <a:defRPr/>
            </a:pPr>
            <a:r>
              <a:rPr lang="en-US" altLang="ko-KR" dirty="0"/>
              <a:t>Use </a:t>
            </a:r>
            <a:r>
              <a:rPr lang="en-US" altLang="ko-KR" dirty="0">
                <a:latin typeface="Courier New" panose="02070309020205020404" pitchFamily="49" charset="0"/>
                <a:cs typeface="Courier New" panose="02070309020205020404" pitchFamily="49" charset="0"/>
              </a:rPr>
              <a:t>pipe(), read(), write() </a:t>
            </a:r>
            <a:r>
              <a:rPr lang="en-US" altLang="ko-KR" dirty="0"/>
              <a:t>to ensure their ordering</a:t>
            </a:r>
          </a:p>
          <a:p>
            <a:pPr lvl="1">
              <a:defRPr/>
            </a:pPr>
            <a:r>
              <a:rPr lang="en-US" altLang="ko-KR" dirty="0"/>
              <a:t>By default, </a:t>
            </a:r>
            <a:r>
              <a:rPr lang="en-US" altLang="ko-KR" dirty="0">
                <a:latin typeface="Courier New" panose="02070309020205020404" pitchFamily="49" charset="0"/>
                <a:cs typeface="Courier New" panose="02070309020205020404" pitchFamily="49" charset="0"/>
              </a:rPr>
              <a:t>read()</a:t>
            </a:r>
            <a:r>
              <a:rPr lang="en-US" altLang="ko-KR" dirty="0"/>
              <a:t> performs blocking I/O</a:t>
            </a:r>
            <a:endParaRPr lang="ko-KR" altLang="en-US" dirty="0"/>
          </a:p>
          <a:p>
            <a:pPr lvl="0">
              <a:defRPr/>
            </a:pPr>
            <a:endParaRPr lang="en-US" altLang="ko-KR" dirty="0">
              <a:ea typeface="Tahoma" panose="020B0604030504040204" pitchFamily="34" charset="0"/>
            </a:endParaRPr>
          </a:p>
        </p:txBody>
      </p:sp>
      <p:pic>
        <p:nvPicPr>
          <p:cNvPr id="6" name="그림 5">
            <a:extLst>
              <a:ext uri="{FF2B5EF4-FFF2-40B4-BE49-F238E27FC236}">
                <a16:creationId xmlns:a16="http://schemas.microsoft.com/office/drawing/2014/main" id="{BA69FD5C-682D-6928-76A5-4345A2058457}"/>
              </a:ext>
            </a:extLst>
          </p:cNvPr>
          <p:cNvPicPr>
            <a:picLocks noChangeAspect="1"/>
          </p:cNvPicPr>
          <p:nvPr/>
        </p:nvPicPr>
        <p:blipFill>
          <a:blip r:embed="rId3"/>
          <a:stretch>
            <a:fillRect/>
          </a:stretch>
        </p:blipFill>
        <p:spPr>
          <a:xfrm>
            <a:off x="952718" y="3126934"/>
            <a:ext cx="7117047" cy="2608252"/>
          </a:xfrm>
          <a:prstGeom prst="rect">
            <a:avLst/>
          </a:prstGeom>
          <a:ln w="12700">
            <a:solidFill>
              <a:schemeClr val="tx1"/>
            </a:solidFill>
          </a:ln>
        </p:spPr>
      </p:pic>
      <p:sp>
        <p:nvSpPr>
          <p:cNvPr id="7" name="직사각형 6">
            <a:extLst>
              <a:ext uri="{FF2B5EF4-FFF2-40B4-BE49-F238E27FC236}">
                <a16:creationId xmlns:a16="http://schemas.microsoft.com/office/drawing/2014/main" id="{33B352B9-8845-73E3-F724-622402D6BB85}"/>
              </a:ext>
            </a:extLst>
          </p:cNvPr>
          <p:cNvSpPr/>
          <p:nvPr/>
        </p:nvSpPr>
        <p:spPr>
          <a:xfrm>
            <a:off x="1204331" y="4560849"/>
            <a:ext cx="4750420" cy="59101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Box 7">
            <a:extLst>
              <a:ext uri="{FF2B5EF4-FFF2-40B4-BE49-F238E27FC236}">
                <a16:creationId xmlns:a16="http://schemas.microsoft.com/office/drawing/2014/main" id="{F2B5F550-4CDD-E929-6A7F-58CF7A49E6DB}"/>
              </a:ext>
            </a:extLst>
          </p:cNvPr>
          <p:cNvSpPr txBox="1"/>
          <p:nvPr/>
        </p:nvSpPr>
        <p:spPr>
          <a:xfrm>
            <a:off x="6090693" y="4625523"/>
            <a:ext cx="3540072" cy="461665"/>
          </a:xfrm>
          <a:prstGeom prst="rect">
            <a:avLst/>
          </a:prstGeom>
          <a:noFill/>
        </p:spPr>
        <p:txBody>
          <a:bodyPr wrap="none" rtlCol="0">
            <a:spAutoFit/>
          </a:bodyPr>
          <a:lstStyle/>
          <a:p>
            <a:r>
              <a:rPr lang="en-US" altLang="ko-KR" sz="2400" dirty="0">
                <a:solidFill>
                  <a:schemeClr val="accent2"/>
                </a:solidFill>
                <a:latin typeface="Tahoma" panose="020B0604030504040204" pitchFamily="34" charset="0"/>
                <a:ea typeface="Tahoma" panose="020B0604030504040204" pitchFamily="34" charset="0"/>
                <a:cs typeface="Tahoma" panose="020B0604030504040204" pitchFamily="34" charset="0"/>
              </a:rPr>
              <a:t>Execution order matters!</a:t>
            </a:r>
            <a:endParaRPr lang="ko-KR" altLang="en-US" sz="2400" dirty="0">
              <a:solidFill>
                <a:schemeClr val="accent2"/>
              </a:solidFill>
              <a:latin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36365171"/>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8628B-D0F8-398D-59F5-3AAB94452041}"/>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DA46883C-32AC-0218-694C-B1E87DD6BD5E}"/>
              </a:ext>
            </a:extLst>
          </p:cNvPr>
          <p:cNvSpPr>
            <a:spLocks noGrp="1"/>
          </p:cNvSpPr>
          <p:nvPr>
            <p:ph type="ctrTitle"/>
          </p:nvPr>
        </p:nvSpPr>
        <p:spPr/>
        <p:txBody>
          <a:bodyPr/>
          <a:lstStyle/>
          <a:p>
            <a:r>
              <a:rPr lang="en-US" altLang="ko-KR" dirty="0"/>
              <a:t>Support for</a:t>
            </a:r>
            <a:br>
              <a:rPr lang="en-US" altLang="ko-KR" dirty="0"/>
            </a:br>
            <a:r>
              <a:rPr lang="en-US" altLang="ko-KR" dirty="0"/>
              <a:t>Background Execution</a:t>
            </a:r>
            <a:endParaRPr lang="ko-KR" altLang="en-US" dirty="0"/>
          </a:p>
        </p:txBody>
      </p:sp>
      <p:sp>
        <p:nvSpPr>
          <p:cNvPr id="3" name="부제목 2">
            <a:extLst>
              <a:ext uri="{FF2B5EF4-FFF2-40B4-BE49-F238E27FC236}">
                <a16:creationId xmlns:a16="http://schemas.microsoft.com/office/drawing/2014/main" id="{56C0ADE2-9BE6-92BA-4BDD-62AF1929D5B7}"/>
              </a:ext>
            </a:extLst>
          </p:cNvPr>
          <p:cNvSpPr>
            <a:spLocks noGrp="1"/>
          </p:cNvSpPr>
          <p:nvPr>
            <p:ph type="subTitle" idx="1"/>
          </p:nvPr>
        </p:nvSpPr>
        <p:spPr/>
        <p:txBody>
          <a:bodyPr/>
          <a:lstStyle/>
          <a:p>
            <a:endParaRPr lang="ko-KR" altLang="en-US" dirty="0"/>
          </a:p>
        </p:txBody>
      </p:sp>
    </p:spTree>
    <p:extLst>
      <p:ext uri="{BB962C8B-B14F-4D97-AF65-F5344CB8AC3E}">
        <p14:creationId xmlns:p14="http://schemas.microsoft.com/office/powerpoint/2010/main" val="8003175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4F285471-DE8D-9536-3B7D-E8BD5A1DB11E}"/>
              </a:ext>
            </a:extLst>
          </p:cNvPr>
          <p:cNvSpPr>
            <a:spLocks noGrp="1"/>
          </p:cNvSpPr>
          <p:nvPr>
            <p:ph type="sldNum" sz="quarter" idx="12"/>
          </p:nvPr>
        </p:nvSpPr>
        <p:spPr/>
        <p:txBody>
          <a:bodyPr/>
          <a:lstStyle/>
          <a:p>
            <a:r>
              <a:rPr lang="en-US" altLang="ko-KR"/>
              <a:t>-</a:t>
            </a:r>
            <a:fld id="{3D16D23B-24D6-455E-BBD7-6975BEA16FD4}" type="slidenum">
              <a:rPr lang="ko-KR" altLang="en-US" smtClean="0"/>
              <a:pPr/>
              <a:t>38</a:t>
            </a:fld>
            <a:r>
              <a:rPr lang="en-US" altLang="ko-KR"/>
              <a:t>-</a:t>
            </a:r>
            <a:endParaRPr lang="ko-KR" altLang="en-US" dirty="0"/>
          </a:p>
        </p:txBody>
      </p:sp>
      <p:sp>
        <p:nvSpPr>
          <p:cNvPr id="3" name="제목 2">
            <a:extLst>
              <a:ext uri="{FF2B5EF4-FFF2-40B4-BE49-F238E27FC236}">
                <a16:creationId xmlns:a16="http://schemas.microsoft.com/office/drawing/2014/main" id="{A54C2D05-C673-B896-27F6-73E235ACE13D}"/>
              </a:ext>
            </a:extLst>
          </p:cNvPr>
          <p:cNvSpPr>
            <a:spLocks noGrp="1"/>
          </p:cNvSpPr>
          <p:nvPr>
            <p:ph type="title"/>
          </p:nvPr>
        </p:nvSpPr>
        <p:spPr/>
        <p:txBody>
          <a:bodyPr/>
          <a:lstStyle/>
          <a:p>
            <a:r>
              <a:rPr lang="en-US" altLang="ko-KR" dirty="0"/>
              <a:t>Example for Background Process Execution</a:t>
            </a:r>
            <a:endParaRPr lang="ko-KR" altLang="en-US" dirty="0"/>
          </a:p>
        </p:txBody>
      </p:sp>
      <p:sp>
        <p:nvSpPr>
          <p:cNvPr id="4" name="텍스트 개체 틀 3">
            <a:extLst>
              <a:ext uri="{FF2B5EF4-FFF2-40B4-BE49-F238E27FC236}">
                <a16:creationId xmlns:a16="http://schemas.microsoft.com/office/drawing/2014/main" id="{C42A5780-BF2A-5E18-0480-A1936BC936ED}"/>
              </a:ext>
            </a:extLst>
          </p:cNvPr>
          <p:cNvSpPr>
            <a:spLocks noGrp="1"/>
          </p:cNvSpPr>
          <p:nvPr>
            <p:ph type="body" sz="quarter" idx="13"/>
          </p:nvPr>
        </p:nvSpPr>
        <p:spPr>
          <a:xfrm>
            <a:off x="350981" y="939800"/>
            <a:ext cx="11369963" cy="5140325"/>
          </a:xfrm>
        </p:spPr>
        <p:txBody>
          <a:bodyPr/>
          <a:lstStyle/>
          <a:p>
            <a:r>
              <a:rPr lang="en-US" altLang="ko-KR" dirty="0"/>
              <a:t>Run tasks in the background so you can keep using the shell</a:t>
            </a:r>
          </a:p>
          <a:p>
            <a:pPr lvl="1"/>
            <a:r>
              <a:rPr lang="en-US" altLang="ko-KR" dirty="0"/>
              <a:t>Can run other commands</a:t>
            </a:r>
          </a:p>
          <a:p>
            <a:r>
              <a:rPr lang="en-US" altLang="ko-KR" dirty="0"/>
              <a:t>Useful for long-running processes </a:t>
            </a:r>
            <a:r>
              <a:rPr lang="en-US" altLang="ko-KR" sz="2000" dirty="0"/>
              <a:t>(e.g., file downloads, backups, or large data processing)</a:t>
            </a:r>
            <a:endParaRPr lang="en-US" altLang="ko-KR" dirty="0"/>
          </a:p>
          <a:p>
            <a:r>
              <a:rPr lang="en-US" altLang="ko-KR" dirty="0"/>
              <a:t>Child sends </a:t>
            </a:r>
            <a:r>
              <a:rPr lang="en-US" altLang="ko-KR" dirty="0">
                <a:latin typeface="Courier New" panose="02070309020205020404" pitchFamily="49" charset="0"/>
                <a:cs typeface="Courier New" panose="02070309020205020404" pitchFamily="49" charset="0"/>
              </a:rPr>
              <a:t>SIGCHLD</a:t>
            </a:r>
            <a:r>
              <a:rPr lang="en-US" altLang="ko-KR" dirty="0"/>
              <a:t> signal to parent process when the child process exits</a:t>
            </a:r>
            <a:endParaRPr lang="ko-KR" altLang="en-US" dirty="0"/>
          </a:p>
        </p:txBody>
      </p:sp>
    </p:spTree>
    <p:extLst>
      <p:ext uri="{BB962C8B-B14F-4D97-AF65-F5344CB8AC3E}">
        <p14:creationId xmlns:p14="http://schemas.microsoft.com/office/powerpoint/2010/main" val="21079561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5"/>
          <p:cNvSpPr>
            <a:spLocks noGrp="1"/>
          </p:cNvSpPr>
          <p:nvPr>
            <p:ph type="sldNum" sz="quarter" idx="12"/>
          </p:nvPr>
        </p:nvSpPr>
        <p:spPr/>
        <p:txBody>
          <a:bodyPr/>
          <a:lstStyle/>
          <a:p>
            <a:pPr lvl="0">
              <a:defRPr/>
            </a:pPr>
            <a:r>
              <a:rPr lang="en-US" altLang="ko-KR" dirty="0"/>
              <a:t>-</a:t>
            </a:r>
            <a:fld id="{3D16D23B-24D6-455E-BBD7-6975BEA16FD4}" type="slidenum">
              <a:rPr lang="en-US" altLang="en-US"/>
              <a:pPr lvl="0">
                <a:defRPr/>
              </a:pPr>
              <a:t>39</a:t>
            </a:fld>
            <a:r>
              <a:rPr lang="en-US" altLang="ko-KR" dirty="0"/>
              <a:t>-</a:t>
            </a:r>
          </a:p>
        </p:txBody>
      </p:sp>
      <p:sp>
        <p:nvSpPr>
          <p:cNvPr id="3" name="제목 3"/>
          <p:cNvSpPr>
            <a:spLocks noGrp="1"/>
          </p:cNvSpPr>
          <p:nvPr>
            <p:ph type="title"/>
          </p:nvPr>
        </p:nvSpPr>
        <p:spPr/>
        <p:txBody>
          <a:bodyPr/>
          <a:lstStyle/>
          <a:p>
            <a:pPr>
              <a:defRPr/>
            </a:pPr>
            <a:r>
              <a:rPr lang="en-US" altLang="ko-KR" dirty="0"/>
              <a:t>Simple Background Execution</a:t>
            </a:r>
            <a:endParaRPr lang="en-US" altLang="ko-KR" sz="2600" dirty="0">
              <a:ea typeface="Tahoma" panose="020B0604030504040204" pitchFamily="34" charset="0"/>
            </a:endParaRPr>
          </a:p>
        </p:txBody>
      </p:sp>
      <p:sp>
        <p:nvSpPr>
          <p:cNvPr id="4" name="텍스트 개체 틀 7"/>
          <p:cNvSpPr>
            <a:spLocks noGrp="1"/>
          </p:cNvSpPr>
          <p:nvPr>
            <p:ph type="body" sz="quarter" idx="13" hasCustomPrompt="1"/>
          </p:nvPr>
        </p:nvSpPr>
        <p:spPr/>
        <p:txBody>
          <a:bodyPr/>
          <a:lstStyle/>
          <a:p>
            <a:pPr>
              <a:defRPr/>
            </a:pPr>
            <a:r>
              <a:rPr lang="en-US" altLang="ko-KR" dirty="0">
                <a:ea typeface="Tahoma" panose="020B0604030504040204" pitchFamily="34" charset="0"/>
              </a:rPr>
              <a:t>If parent process wants to wait for the child to finish, call </a:t>
            </a:r>
            <a:r>
              <a:rPr lang="en-US" altLang="ko-KR" dirty="0" err="1">
                <a:latin typeface="Courier New" panose="02070309020205020404" pitchFamily="49" charset="0"/>
                <a:ea typeface="Tahoma" panose="020B0604030504040204" pitchFamily="34" charset="0"/>
                <a:cs typeface="Courier New" panose="02070309020205020404" pitchFamily="49" charset="0"/>
              </a:rPr>
              <a:t>wait_fg</a:t>
            </a:r>
            <a:r>
              <a:rPr lang="en-US" altLang="ko-KR" dirty="0">
                <a:latin typeface="Courier New" panose="02070309020205020404" pitchFamily="49" charset="0"/>
                <a:ea typeface="Tahoma" panose="020B0604030504040204" pitchFamily="34" charset="0"/>
                <a:cs typeface="Courier New" panose="02070309020205020404" pitchFamily="49" charset="0"/>
              </a:rPr>
              <a:t>()</a:t>
            </a:r>
          </a:p>
          <a:p>
            <a:pPr>
              <a:defRPr/>
            </a:pPr>
            <a:r>
              <a:rPr lang="en-US" altLang="ko-KR" dirty="0">
                <a:ea typeface="Tahoma" panose="020B0604030504040204" pitchFamily="34" charset="0"/>
              </a:rPr>
              <a:t>Otherwise, do not wait for the child to finish its execution and call </a:t>
            </a:r>
            <a:r>
              <a:rPr lang="en-US" altLang="ko-KR" dirty="0" err="1">
                <a:latin typeface="Courier New" panose="02070309020205020404" pitchFamily="49" charset="0"/>
                <a:ea typeface="Tahoma" panose="020B0604030504040204" pitchFamily="34" charset="0"/>
                <a:cs typeface="Courier New" panose="02070309020205020404" pitchFamily="49" charset="0"/>
              </a:rPr>
              <a:t>print_job</a:t>
            </a:r>
            <a:r>
              <a:rPr lang="en-US" altLang="ko-KR" dirty="0">
                <a:latin typeface="Courier New" panose="02070309020205020404" pitchFamily="49" charset="0"/>
                <a:ea typeface="Tahoma" panose="020B0604030504040204" pitchFamily="34" charset="0"/>
                <a:cs typeface="Courier New" panose="02070309020205020404" pitchFamily="49" charset="0"/>
              </a:rPr>
              <a:t>()</a:t>
            </a:r>
          </a:p>
        </p:txBody>
      </p:sp>
      <p:sp>
        <p:nvSpPr>
          <p:cNvPr id="5" name="TextBox 4"/>
          <p:cNvSpPr txBox="1"/>
          <p:nvPr/>
        </p:nvSpPr>
        <p:spPr>
          <a:xfrm>
            <a:off x="660510" y="2132548"/>
            <a:ext cx="5880690" cy="3785652"/>
          </a:xfrm>
          <a:prstGeom prst="rect">
            <a:avLst/>
          </a:prstGeom>
          <a:solidFill>
            <a:srgbClr val="FFFF66"/>
          </a:solidFill>
          <a:ln>
            <a:solidFill>
              <a:schemeClr val="tx1"/>
            </a:solidFill>
          </a:ln>
        </p:spPr>
        <p:txBody>
          <a:bodyPr wrap="square">
            <a:spAutoFit/>
          </a:bodyPr>
          <a:lstStyle/>
          <a:p>
            <a:pPr lvl="0">
              <a:defRPr/>
            </a:pPr>
            <a:r>
              <a:rPr lang="en-US" altLang="ko-KR" sz="1200" dirty="0" err="1">
                <a:solidFill>
                  <a:schemeClr val="tx1"/>
                </a:solidFill>
                <a:latin typeface="Courier New"/>
                <a:ea typeface="맑은 고딕"/>
                <a:cs typeface="Courier New"/>
              </a:rPr>
              <a:t>pid</a:t>
            </a:r>
            <a:r>
              <a:rPr lang="en-US" altLang="ko-KR" sz="1200" dirty="0">
                <a:solidFill>
                  <a:schemeClr val="tx1"/>
                </a:solidFill>
                <a:latin typeface="Courier New"/>
                <a:ea typeface="맑은 고딕"/>
                <a:cs typeface="Courier New"/>
              </a:rPr>
              <a:t> = fork();</a:t>
            </a:r>
          </a:p>
          <a:p>
            <a:pPr lvl="0">
              <a:defRPr/>
            </a:pPr>
            <a:endParaRPr lang="en-US" altLang="ko-KR" sz="1200" dirty="0">
              <a:solidFill>
                <a:schemeClr val="tx1"/>
              </a:solidFill>
              <a:latin typeface="Courier New"/>
              <a:ea typeface="맑은 고딕"/>
              <a:cs typeface="Courier New"/>
            </a:endParaRPr>
          </a:p>
          <a:p>
            <a:pPr lvl="0">
              <a:defRPr/>
            </a:pPr>
            <a:r>
              <a:rPr lang="en-US" altLang="ko-KR" sz="1200" dirty="0">
                <a:solidFill>
                  <a:schemeClr val="tx1"/>
                </a:solidFill>
                <a:latin typeface="Courier New"/>
                <a:ea typeface="맑은 고딕"/>
                <a:cs typeface="Courier New"/>
              </a:rPr>
              <a:t>if (</a:t>
            </a:r>
            <a:r>
              <a:rPr lang="en-US" altLang="ko-KR" sz="1200" dirty="0" err="1">
                <a:solidFill>
                  <a:schemeClr val="tx1"/>
                </a:solidFill>
                <a:latin typeface="Courier New"/>
                <a:ea typeface="맑은 고딕"/>
                <a:cs typeface="Courier New"/>
              </a:rPr>
              <a:t>pid</a:t>
            </a:r>
            <a:r>
              <a:rPr lang="en-US" altLang="ko-KR" sz="1200" dirty="0">
                <a:solidFill>
                  <a:schemeClr val="tx1"/>
                </a:solidFill>
                <a:latin typeface="Courier New"/>
                <a:ea typeface="맑은 고딕"/>
                <a:cs typeface="Courier New"/>
              </a:rPr>
              <a:t> &lt; 0) {</a:t>
            </a:r>
          </a:p>
          <a:p>
            <a:pPr lvl="0">
              <a:defRPr/>
            </a:pPr>
            <a:r>
              <a:rPr lang="en-US" altLang="ko-KR" sz="1200" dirty="0">
                <a:solidFill>
                  <a:schemeClr val="tx1"/>
                </a:solidFill>
                <a:latin typeface="Courier New"/>
                <a:ea typeface="맑은 고딕"/>
                <a:cs typeface="Courier New"/>
              </a:rPr>
              <a:t>  </a:t>
            </a:r>
            <a:r>
              <a:rPr lang="en-US" altLang="ko-KR" sz="1200" dirty="0" err="1">
                <a:solidFill>
                  <a:schemeClr val="tx1"/>
                </a:solidFill>
                <a:latin typeface="Courier New"/>
                <a:ea typeface="맑은 고딕"/>
                <a:cs typeface="Courier New"/>
              </a:rPr>
              <a:t>perror</a:t>
            </a:r>
            <a:r>
              <a:rPr lang="en-US" altLang="ko-KR" sz="1200" dirty="0">
                <a:solidFill>
                  <a:schemeClr val="tx1"/>
                </a:solidFill>
                <a:latin typeface="Courier New"/>
                <a:ea typeface="맑은 고딕"/>
                <a:cs typeface="Courier New"/>
              </a:rPr>
              <a:t>("fork failed");</a:t>
            </a:r>
          </a:p>
          <a:p>
            <a:pPr lvl="0">
              <a:defRPr/>
            </a:pPr>
            <a:r>
              <a:rPr lang="en-US" altLang="ko-KR" sz="1200" dirty="0">
                <a:solidFill>
                  <a:schemeClr val="tx1"/>
                </a:solidFill>
                <a:latin typeface="Courier New"/>
                <a:ea typeface="맑은 고딕"/>
                <a:cs typeface="Courier New"/>
              </a:rPr>
              <a:t>  exit(EXIT_FAILURE);</a:t>
            </a:r>
          </a:p>
          <a:p>
            <a:pPr lvl="0">
              <a:defRPr/>
            </a:pPr>
            <a:r>
              <a:rPr lang="en-US" altLang="ko-KR" sz="1200" dirty="0">
                <a:solidFill>
                  <a:schemeClr val="tx1"/>
                </a:solidFill>
                <a:latin typeface="Courier New"/>
                <a:ea typeface="맑은 고딕"/>
                <a:cs typeface="Courier New"/>
              </a:rPr>
              <a:t>  }else if (</a:t>
            </a:r>
            <a:r>
              <a:rPr lang="en-US" altLang="ko-KR" sz="1200" dirty="0" err="1">
                <a:solidFill>
                  <a:schemeClr val="tx1"/>
                </a:solidFill>
                <a:latin typeface="Courier New"/>
                <a:ea typeface="맑은 고딕"/>
                <a:cs typeface="Courier New"/>
              </a:rPr>
              <a:t>pid</a:t>
            </a:r>
            <a:r>
              <a:rPr lang="en-US" altLang="ko-KR" sz="1200" dirty="0">
                <a:solidFill>
                  <a:schemeClr val="tx1"/>
                </a:solidFill>
                <a:latin typeface="Courier New"/>
                <a:ea typeface="맑은 고딕"/>
                <a:cs typeface="Courier New"/>
              </a:rPr>
              <a:t> == 0) {</a:t>
            </a:r>
          </a:p>
          <a:p>
            <a:pPr lvl="0">
              <a:defRPr/>
            </a:pPr>
            <a:r>
              <a:rPr lang="en-US" altLang="ko-KR" sz="1200" dirty="0">
                <a:solidFill>
                  <a:schemeClr val="tx1"/>
                </a:solidFill>
                <a:latin typeface="Courier New"/>
                <a:ea typeface="맑은 고딕"/>
                <a:cs typeface="Courier New"/>
              </a:rPr>
              <a:t>    </a:t>
            </a:r>
            <a:r>
              <a:rPr lang="en-US" altLang="ko-KR" sz="1200" dirty="0" err="1">
                <a:solidFill>
                  <a:schemeClr val="tx1"/>
                </a:solidFill>
                <a:latin typeface="Courier New"/>
                <a:ea typeface="맑은 고딕"/>
                <a:cs typeface="Courier New"/>
              </a:rPr>
              <a:t>execl</a:t>
            </a:r>
            <a:r>
              <a:rPr lang="en-US" altLang="ko-KR" sz="1200" dirty="0">
                <a:solidFill>
                  <a:schemeClr val="tx1"/>
                </a:solidFill>
                <a:latin typeface="Courier New"/>
                <a:ea typeface="맑은 고딕"/>
                <a:cs typeface="Courier New"/>
              </a:rPr>
              <a:t>("/bin/sleep", "sleep", "20", NULL);</a:t>
            </a:r>
          </a:p>
          <a:p>
            <a:pPr lvl="0">
              <a:defRPr/>
            </a:pPr>
            <a:r>
              <a:rPr lang="en-US" altLang="ko-KR" sz="1200" dirty="0">
                <a:solidFill>
                  <a:schemeClr val="tx1"/>
                </a:solidFill>
                <a:latin typeface="Courier New"/>
                <a:ea typeface="맑은 고딕"/>
                <a:cs typeface="Courier New"/>
              </a:rPr>
              <a:t>    // </a:t>
            </a:r>
            <a:r>
              <a:rPr lang="en-US" altLang="ko-KR" sz="1200" dirty="0" err="1">
                <a:solidFill>
                  <a:schemeClr val="tx1"/>
                </a:solidFill>
                <a:latin typeface="Courier New"/>
                <a:ea typeface="맑은 고딕"/>
                <a:cs typeface="Courier New"/>
              </a:rPr>
              <a:t>execlp</a:t>
            </a:r>
            <a:r>
              <a:rPr lang="en-US" altLang="ko-KR" sz="1200" dirty="0">
                <a:solidFill>
                  <a:schemeClr val="tx1"/>
                </a:solidFill>
                <a:latin typeface="Courier New"/>
                <a:ea typeface="맑은 고딕"/>
                <a:cs typeface="Courier New"/>
              </a:rPr>
              <a:t>("sleep", "sleep", "20", NULL);</a:t>
            </a:r>
          </a:p>
          <a:p>
            <a:pPr lvl="0">
              <a:defRPr/>
            </a:pPr>
            <a:endParaRPr lang="en-US" altLang="ko-KR" sz="1200" dirty="0">
              <a:solidFill>
                <a:schemeClr val="tx1"/>
              </a:solidFill>
              <a:latin typeface="Courier New"/>
              <a:ea typeface="맑은 고딕"/>
              <a:cs typeface="Courier New"/>
            </a:endParaRPr>
          </a:p>
          <a:p>
            <a:pPr lvl="0">
              <a:defRPr/>
            </a:pPr>
            <a:r>
              <a:rPr lang="en-US" altLang="ko-KR" sz="1200" dirty="0">
                <a:solidFill>
                  <a:schemeClr val="tx1"/>
                </a:solidFill>
                <a:latin typeface="Courier New"/>
                <a:ea typeface="맑은 고딕"/>
                <a:cs typeface="Courier New"/>
              </a:rPr>
              <a:t>    </a:t>
            </a:r>
            <a:r>
              <a:rPr lang="en-US" altLang="ko-KR" sz="1200" dirty="0" err="1">
                <a:solidFill>
                  <a:schemeClr val="tx1"/>
                </a:solidFill>
                <a:latin typeface="Courier New"/>
                <a:ea typeface="맑은 고딕"/>
                <a:cs typeface="Courier New"/>
              </a:rPr>
              <a:t>perror</a:t>
            </a:r>
            <a:r>
              <a:rPr lang="en-US" altLang="ko-KR" sz="1200" dirty="0">
                <a:solidFill>
                  <a:schemeClr val="tx1"/>
                </a:solidFill>
                <a:latin typeface="Courier New"/>
                <a:ea typeface="맑은 고딕"/>
                <a:cs typeface="Courier New"/>
              </a:rPr>
              <a:t>("</a:t>
            </a:r>
            <a:r>
              <a:rPr lang="en-US" altLang="ko-KR" sz="1200" dirty="0" err="1">
                <a:solidFill>
                  <a:schemeClr val="tx1"/>
                </a:solidFill>
                <a:latin typeface="Courier New"/>
                <a:ea typeface="맑은 고딕"/>
                <a:cs typeface="Courier New"/>
              </a:rPr>
              <a:t>execlp</a:t>
            </a:r>
            <a:r>
              <a:rPr lang="en-US" altLang="ko-KR" sz="1200" dirty="0">
                <a:solidFill>
                  <a:schemeClr val="tx1"/>
                </a:solidFill>
                <a:latin typeface="Courier New"/>
                <a:ea typeface="맑은 고딕"/>
                <a:cs typeface="Courier New"/>
              </a:rPr>
              <a:t> failed");</a:t>
            </a:r>
          </a:p>
          <a:p>
            <a:pPr lvl="0">
              <a:defRPr/>
            </a:pPr>
            <a:r>
              <a:rPr lang="en-US" altLang="ko-KR" sz="1200" dirty="0">
                <a:solidFill>
                  <a:schemeClr val="tx1"/>
                </a:solidFill>
                <a:latin typeface="Courier New"/>
                <a:ea typeface="맑은 고딕"/>
                <a:cs typeface="Courier New"/>
              </a:rPr>
              <a:t>    exit(EXIT_FAILURE);</a:t>
            </a:r>
          </a:p>
          <a:p>
            <a:pPr lvl="0">
              <a:defRPr/>
            </a:pPr>
            <a:r>
              <a:rPr lang="en-US" altLang="ko-KR" sz="1200" dirty="0">
                <a:solidFill>
                  <a:schemeClr val="tx1"/>
                </a:solidFill>
                <a:latin typeface="Courier New"/>
                <a:ea typeface="맑은 고딕"/>
                <a:cs typeface="Courier New"/>
              </a:rPr>
              <a:t>  }else {</a:t>
            </a:r>
          </a:p>
          <a:p>
            <a:pPr lvl="0">
              <a:defRPr/>
            </a:pPr>
            <a:r>
              <a:rPr lang="en-US" altLang="ko-KR" sz="1200" dirty="0">
                <a:solidFill>
                  <a:schemeClr val="tx1"/>
                </a:solidFill>
                <a:latin typeface="Courier New"/>
                <a:ea typeface="맑은 고딕"/>
                <a:cs typeface="Courier New"/>
              </a:rPr>
              <a:t>    if (!background) {</a:t>
            </a:r>
          </a:p>
          <a:p>
            <a:pPr lvl="0">
              <a:defRPr/>
            </a:pPr>
            <a:r>
              <a:rPr lang="en-US" altLang="ko-KR" sz="1200" dirty="0">
                <a:solidFill>
                  <a:schemeClr val="tx1"/>
                </a:solidFill>
                <a:latin typeface="Courier New"/>
                <a:ea typeface="맑은 고딕"/>
                <a:cs typeface="Courier New"/>
              </a:rPr>
              <a:t>      </a:t>
            </a:r>
            <a:r>
              <a:rPr lang="en-US" altLang="ko-KR" sz="1200" dirty="0" err="1">
                <a:solidFill>
                  <a:schemeClr val="tx1"/>
                </a:solidFill>
                <a:latin typeface="Courier New"/>
                <a:ea typeface="맑은 고딕"/>
                <a:cs typeface="Courier New"/>
              </a:rPr>
              <a:t>wait_fg</a:t>
            </a:r>
            <a:r>
              <a:rPr lang="en-US" altLang="ko-KR" sz="1200" dirty="0">
                <a:solidFill>
                  <a:schemeClr val="tx1"/>
                </a:solidFill>
                <a:latin typeface="Courier New"/>
                <a:ea typeface="맑은 고딕"/>
                <a:cs typeface="Courier New"/>
              </a:rPr>
              <a:t>();</a:t>
            </a:r>
          </a:p>
          <a:p>
            <a:pPr lvl="0">
              <a:defRPr/>
            </a:pPr>
            <a:r>
              <a:rPr lang="en-US" altLang="ko-KR" sz="1200" dirty="0">
                <a:solidFill>
                  <a:schemeClr val="tx1"/>
                </a:solidFill>
                <a:latin typeface="Courier New"/>
                <a:ea typeface="맑은 고딕"/>
                <a:cs typeface="Courier New"/>
              </a:rPr>
              <a:t>    }else {</a:t>
            </a:r>
          </a:p>
          <a:p>
            <a:pPr lvl="0">
              <a:defRPr/>
            </a:pPr>
            <a:r>
              <a:rPr lang="en-US" altLang="ko-KR" sz="1200" dirty="0">
                <a:latin typeface="Courier New"/>
                <a:ea typeface="맑은 고딕"/>
                <a:cs typeface="Courier New"/>
              </a:rPr>
              <a:t>      </a:t>
            </a:r>
            <a:r>
              <a:rPr lang="en-US" altLang="ko-KR" sz="1200" dirty="0" err="1">
                <a:latin typeface="Courier New"/>
                <a:ea typeface="맑은 고딕"/>
                <a:cs typeface="Courier New"/>
              </a:rPr>
              <a:t>print_job</a:t>
            </a:r>
            <a:r>
              <a:rPr lang="en-US" altLang="ko-KR" sz="1200" dirty="0">
                <a:latin typeface="Courier New"/>
                <a:ea typeface="맑은 고딕"/>
                <a:cs typeface="Courier New"/>
              </a:rPr>
              <a:t>(); </a:t>
            </a:r>
          </a:p>
          <a:p>
            <a:pPr lvl="0">
              <a:defRPr/>
            </a:pPr>
            <a:r>
              <a:rPr lang="en-US" altLang="ko-KR" sz="1200" dirty="0">
                <a:latin typeface="Courier New"/>
                <a:ea typeface="맑은 고딕"/>
                <a:cs typeface="Courier New"/>
              </a:rPr>
              <a:t>      //</a:t>
            </a:r>
            <a:r>
              <a:rPr lang="en-US" altLang="ko-KR" sz="1200" dirty="0" err="1">
                <a:solidFill>
                  <a:schemeClr val="tx1"/>
                </a:solidFill>
                <a:latin typeface="Courier New"/>
                <a:ea typeface="맑은 고딕"/>
                <a:cs typeface="Courier New"/>
              </a:rPr>
              <a:t>printf</a:t>
            </a:r>
            <a:r>
              <a:rPr lang="en-US" altLang="ko-KR" sz="1200" dirty="0">
                <a:solidFill>
                  <a:schemeClr val="tx1"/>
                </a:solidFill>
                <a:latin typeface="Courier New"/>
                <a:ea typeface="맑은 고딕"/>
                <a:cs typeface="Courier New"/>
              </a:rPr>
              <a:t>("Background: child process (PID: %d)\n", </a:t>
            </a:r>
            <a:r>
              <a:rPr lang="en-US" altLang="ko-KR" sz="1200" dirty="0" err="1">
                <a:solidFill>
                  <a:schemeClr val="tx1"/>
                </a:solidFill>
                <a:latin typeface="Courier New"/>
                <a:ea typeface="맑은 고딕"/>
                <a:cs typeface="Courier New"/>
              </a:rPr>
              <a:t>pid</a:t>
            </a:r>
            <a:r>
              <a:rPr lang="en-US" altLang="ko-KR" sz="1200" dirty="0">
                <a:solidFill>
                  <a:schemeClr val="tx1"/>
                </a:solidFill>
                <a:latin typeface="Courier New"/>
                <a:ea typeface="맑은 고딕"/>
                <a:cs typeface="Courier New"/>
              </a:rPr>
              <a:t>);</a:t>
            </a:r>
          </a:p>
          <a:p>
            <a:pPr lvl="0">
              <a:defRPr/>
            </a:pPr>
            <a:r>
              <a:rPr lang="en-US" altLang="ko-KR" sz="1200" dirty="0">
                <a:solidFill>
                  <a:schemeClr val="tx1"/>
                </a:solidFill>
                <a:latin typeface="Courier New"/>
                <a:ea typeface="맑은 고딕"/>
                <a:cs typeface="Courier New"/>
              </a:rPr>
              <a:t>    }</a:t>
            </a:r>
          </a:p>
          <a:p>
            <a:pPr lvl="0">
              <a:defRPr/>
            </a:pPr>
            <a:r>
              <a:rPr lang="en-US" altLang="ko-KR" sz="1200" dirty="0">
                <a:solidFill>
                  <a:schemeClr val="tx1"/>
                </a:solidFill>
                <a:latin typeface="Courier New"/>
                <a:ea typeface="맑은 고딕"/>
                <a:cs typeface="Courier New"/>
              </a:rPr>
              <a:t>    exit(EXIT_SUCCESS);</a:t>
            </a:r>
          </a:p>
          <a:p>
            <a:pPr lvl="0">
              <a:defRPr/>
            </a:pPr>
            <a:r>
              <a:rPr lang="en-US" altLang="ko-KR" sz="1200" dirty="0">
                <a:solidFill>
                  <a:schemeClr val="tx1"/>
                </a:solidFill>
                <a:latin typeface="Courier New"/>
                <a:ea typeface="맑은 고딕"/>
                <a:cs typeface="Courier New"/>
              </a:rPr>
              <a:t>  }</a:t>
            </a:r>
          </a:p>
        </p:txBody>
      </p:sp>
      <p:sp>
        <p:nvSpPr>
          <p:cNvPr id="6" name="TextBox 7"/>
          <p:cNvSpPr txBox="1"/>
          <p:nvPr/>
        </p:nvSpPr>
        <p:spPr>
          <a:xfrm>
            <a:off x="6691504" y="2593644"/>
            <a:ext cx="3331120" cy="307777"/>
          </a:xfrm>
          <a:prstGeom prst="rect">
            <a:avLst/>
          </a:prstGeom>
          <a:noFill/>
        </p:spPr>
        <p:txBody>
          <a:bodyPr wrap="square">
            <a:spAutoFit/>
          </a:bodyPr>
          <a:lstStyle/>
          <a:p>
            <a:pPr lvl="0">
              <a:defRPr/>
            </a:pPr>
            <a:r>
              <a:rPr lang="ko-KR" altLang="en-US" sz="1400" b="1" dirty="0">
                <a:latin typeface="+mn-ea"/>
                <a:cs typeface="Arial"/>
              </a:rPr>
              <a:t>① </a:t>
            </a:r>
            <a:r>
              <a:rPr lang="en-US" altLang="ko-KR" sz="1400" b="1" dirty="0">
                <a:latin typeface="+mn-ea"/>
                <a:cs typeface="Arial"/>
              </a:rPr>
              <a:t>Create a child process using fork()</a:t>
            </a:r>
          </a:p>
        </p:txBody>
      </p:sp>
      <p:sp>
        <p:nvSpPr>
          <p:cNvPr id="7" name="TextBox 7"/>
          <p:cNvSpPr txBox="1"/>
          <p:nvPr/>
        </p:nvSpPr>
        <p:spPr>
          <a:xfrm>
            <a:off x="6691503" y="3202626"/>
            <a:ext cx="5692661" cy="523220"/>
          </a:xfrm>
          <a:prstGeom prst="rect">
            <a:avLst/>
          </a:prstGeom>
          <a:noFill/>
        </p:spPr>
        <p:txBody>
          <a:bodyPr wrap="square">
            <a:spAutoFit/>
          </a:bodyPr>
          <a:lstStyle/>
          <a:p>
            <a:pPr lvl="0">
              <a:defRPr/>
            </a:pPr>
            <a:r>
              <a:rPr lang="ko-KR" altLang="en-US" sz="1400" b="1" dirty="0">
                <a:latin typeface="+mn-ea"/>
                <a:cs typeface="Arial"/>
              </a:rPr>
              <a:t>②</a:t>
            </a:r>
            <a:r>
              <a:rPr lang="en-US" altLang="ko-KR" sz="1400" b="1" dirty="0">
                <a:latin typeface="+mn-ea"/>
                <a:cs typeface="Arial"/>
              </a:rPr>
              <a:t> If it is a child process, </a:t>
            </a:r>
          </a:p>
          <a:p>
            <a:pPr lvl="0">
              <a:defRPr/>
            </a:pPr>
            <a:r>
              <a:rPr lang="en-US" altLang="ko-KR" sz="1400" b="1" dirty="0">
                <a:latin typeface="+mn-ea"/>
                <a:cs typeface="Arial"/>
              </a:rPr>
              <a:t>   change its execution image to another</a:t>
            </a:r>
          </a:p>
        </p:txBody>
      </p:sp>
      <p:sp>
        <p:nvSpPr>
          <p:cNvPr id="8" name="TextBox 7"/>
          <p:cNvSpPr txBox="1"/>
          <p:nvPr/>
        </p:nvSpPr>
        <p:spPr>
          <a:xfrm>
            <a:off x="6691504" y="5068138"/>
            <a:ext cx="4567404" cy="523220"/>
          </a:xfrm>
          <a:prstGeom prst="rect">
            <a:avLst/>
          </a:prstGeom>
          <a:noFill/>
        </p:spPr>
        <p:txBody>
          <a:bodyPr wrap="none">
            <a:spAutoFit/>
          </a:bodyPr>
          <a:lstStyle/>
          <a:p>
            <a:pPr lvl="0">
              <a:defRPr/>
            </a:pPr>
            <a:r>
              <a:rPr lang="ko-KR" altLang="en-US" sz="1400" b="1" dirty="0">
                <a:latin typeface="+mn-ea"/>
                <a:cs typeface="Arial"/>
              </a:rPr>
              <a:t>④ </a:t>
            </a:r>
            <a:r>
              <a:rPr lang="en-US" altLang="ko-KR" sz="1400" b="1" dirty="0">
                <a:latin typeface="+mn-ea"/>
                <a:cs typeface="Arial"/>
              </a:rPr>
              <a:t>If it is needs a background execution, </a:t>
            </a:r>
          </a:p>
          <a:p>
            <a:pPr lvl="0">
              <a:defRPr/>
            </a:pPr>
            <a:r>
              <a:rPr lang="en-US" altLang="ko-KR" sz="1400" b="1" dirty="0">
                <a:latin typeface="+mn-ea"/>
                <a:cs typeface="Arial"/>
              </a:rPr>
              <a:t>a parent process do not wait for the child to exit</a:t>
            </a:r>
          </a:p>
        </p:txBody>
      </p:sp>
      <p:sp>
        <p:nvSpPr>
          <p:cNvPr id="9" name="TextBox 7"/>
          <p:cNvSpPr txBox="1"/>
          <p:nvPr/>
        </p:nvSpPr>
        <p:spPr>
          <a:xfrm>
            <a:off x="6691504" y="4307106"/>
            <a:ext cx="5102807" cy="307777"/>
          </a:xfrm>
          <a:prstGeom prst="rect">
            <a:avLst/>
          </a:prstGeom>
          <a:noFill/>
        </p:spPr>
        <p:txBody>
          <a:bodyPr wrap="none">
            <a:spAutoFit/>
          </a:bodyPr>
          <a:lstStyle/>
          <a:p>
            <a:pPr lvl="0">
              <a:defRPr/>
            </a:pPr>
            <a:r>
              <a:rPr lang="ko-KR" altLang="en-US" sz="1400" b="1" dirty="0">
                <a:latin typeface="+mn-ea"/>
                <a:cs typeface="Arial"/>
              </a:rPr>
              <a:t>③</a:t>
            </a:r>
            <a:r>
              <a:rPr lang="en-US" altLang="ko-KR" sz="1400" b="1" dirty="0">
                <a:latin typeface="+mn-ea"/>
                <a:cs typeface="Arial"/>
              </a:rPr>
              <a:t> If it is a parent process, decide whether to wait or not</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57592-998A-51FB-32F4-96A117609A23}"/>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0F5D9CBA-C8D0-10DC-0F89-E0C5999BDF5D}"/>
              </a:ext>
            </a:extLst>
          </p:cNvPr>
          <p:cNvSpPr>
            <a:spLocks noGrp="1"/>
          </p:cNvSpPr>
          <p:nvPr>
            <p:ph type="ctrTitle"/>
          </p:nvPr>
        </p:nvSpPr>
        <p:spPr/>
        <p:txBody>
          <a:bodyPr/>
          <a:lstStyle/>
          <a:p>
            <a:r>
              <a:rPr lang="en-US" altLang="ko-KR" dirty="0"/>
              <a:t>Your TO-DO  for </a:t>
            </a:r>
            <a:r>
              <a:rPr lang="en-US" altLang="ko-KR" dirty="0" err="1"/>
              <a:t>snush</a:t>
            </a:r>
            <a:r>
              <a:rPr lang="en-US" altLang="ko-KR" dirty="0"/>
              <a:t>:</a:t>
            </a:r>
            <a:br>
              <a:rPr lang="en-US" altLang="ko-KR" dirty="0"/>
            </a:br>
            <a:r>
              <a:rPr lang="en-US" altLang="ko-KR" dirty="0"/>
              <a:t>Background</a:t>
            </a:r>
            <a:r>
              <a:rPr lang="ko-KR" altLang="en-US" dirty="0"/>
              <a:t> </a:t>
            </a:r>
            <a:r>
              <a:rPr lang="en-US" altLang="ko-KR" dirty="0"/>
              <a:t>Execution</a:t>
            </a:r>
            <a:endParaRPr lang="ko-KR" altLang="en-US" dirty="0"/>
          </a:p>
        </p:txBody>
      </p:sp>
      <p:sp>
        <p:nvSpPr>
          <p:cNvPr id="3" name="부제목 2">
            <a:extLst>
              <a:ext uri="{FF2B5EF4-FFF2-40B4-BE49-F238E27FC236}">
                <a16:creationId xmlns:a16="http://schemas.microsoft.com/office/drawing/2014/main" id="{45CC1853-4743-87E3-04E7-B455012B3F57}"/>
              </a:ext>
            </a:extLst>
          </p:cNvPr>
          <p:cNvSpPr>
            <a:spLocks noGrp="1"/>
          </p:cNvSpPr>
          <p:nvPr>
            <p:ph type="subTitle" idx="1"/>
          </p:nvPr>
        </p:nvSpPr>
        <p:spPr/>
        <p:txBody>
          <a:bodyPr/>
          <a:lstStyle/>
          <a:p>
            <a:endParaRPr lang="ko-KR" altLang="en-US" dirty="0"/>
          </a:p>
        </p:txBody>
      </p:sp>
    </p:spTree>
    <p:extLst>
      <p:ext uri="{BB962C8B-B14F-4D97-AF65-F5344CB8AC3E}">
        <p14:creationId xmlns:p14="http://schemas.microsoft.com/office/powerpoint/2010/main" val="24177893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EC408-64CF-41BA-BCD1-16504B25FE73}"/>
            </a:ext>
          </a:extLst>
        </p:cNvPr>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2B63A006-1FBE-B5B8-34F4-379BCBC984BE}"/>
              </a:ext>
            </a:extLst>
          </p:cNvPr>
          <p:cNvSpPr>
            <a:spLocks noGrp="1"/>
          </p:cNvSpPr>
          <p:nvPr>
            <p:ph type="sldNum" sz="quarter" idx="12"/>
          </p:nvPr>
        </p:nvSpPr>
        <p:spPr/>
        <p:txBody>
          <a:bodyPr/>
          <a:lstStyle/>
          <a:p>
            <a:r>
              <a:rPr lang="en-US" altLang="ko-KR"/>
              <a:t>-</a:t>
            </a:r>
            <a:fld id="{3D16D23B-24D6-455E-BBD7-6975BEA16FD4}" type="slidenum">
              <a:rPr lang="ko-KR" altLang="en-US" smtClean="0"/>
              <a:pPr/>
              <a:t>41</a:t>
            </a:fld>
            <a:r>
              <a:rPr lang="en-US" altLang="ko-KR"/>
              <a:t>-</a:t>
            </a:r>
            <a:endParaRPr lang="ko-KR" altLang="en-US" dirty="0"/>
          </a:p>
        </p:txBody>
      </p:sp>
      <p:sp>
        <p:nvSpPr>
          <p:cNvPr id="3" name="제목 2">
            <a:extLst>
              <a:ext uri="{FF2B5EF4-FFF2-40B4-BE49-F238E27FC236}">
                <a16:creationId xmlns:a16="http://schemas.microsoft.com/office/drawing/2014/main" id="{B0132BCE-4BAF-C7ED-195A-D749755F614A}"/>
              </a:ext>
            </a:extLst>
          </p:cNvPr>
          <p:cNvSpPr>
            <a:spLocks noGrp="1"/>
          </p:cNvSpPr>
          <p:nvPr>
            <p:ph type="title"/>
          </p:nvPr>
        </p:nvSpPr>
        <p:spPr/>
        <p:txBody>
          <a:bodyPr/>
          <a:lstStyle/>
          <a:p>
            <a:r>
              <a:rPr lang="en-US" altLang="ko-KR" dirty="0"/>
              <a:t>Functions</a:t>
            </a:r>
            <a:r>
              <a:rPr lang="ko-KR" altLang="en-US" dirty="0"/>
              <a:t> </a:t>
            </a:r>
            <a:r>
              <a:rPr lang="en-US" altLang="ko-KR" dirty="0"/>
              <a:t>for Background Execution</a:t>
            </a:r>
            <a:endParaRPr lang="ko-KR" altLang="en-US" dirty="0"/>
          </a:p>
        </p:txBody>
      </p:sp>
      <p:sp>
        <p:nvSpPr>
          <p:cNvPr id="4" name="텍스트 개체 틀 3">
            <a:extLst>
              <a:ext uri="{FF2B5EF4-FFF2-40B4-BE49-F238E27FC236}">
                <a16:creationId xmlns:a16="http://schemas.microsoft.com/office/drawing/2014/main" id="{9AAA8179-2FAE-4880-952B-DF97719F7E7D}"/>
              </a:ext>
            </a:extLst>
          </p:cNvPr>
          <p:cNvSpPr>
            <a:spLocks noGrp="1"/>
          </p:cNvSpPr>
          <p:nvPr>
            <p:ph type="body" sz="quarter" idx="13"/>
          </p:nvPr>
        </p:nvSpPr>
        <p:spPr>
          <a:xfrm>
            <a:off x="350552" y="939800"/>
            <a:ext cx="11369963" cy="5216742"/>
          </a:xfrm>
        </p:spPr>
        <p:txBody>
          <a:bodyPr/>
          <a:lstStyle/>
          <a:p>
            <a:r>
              <a:rPr lang="en-US" altLang="ko-KR" dirty="0"/>
              <a:t>You need to implement/modify </a:t>
            </a:r>
            <a:r>
              <a:rPr lang="en-US" altLang="ko-KR" dirty="0" err="1">
                <a:latin typeface="Courier New" panose="02070309020205020404" pitchFamily="49" charset="0"/>
                <a:cs typeface="Courier New" panose="02070309020205020404" pitchFamily="49" charset="0"/>
              </a:rPr>
              <a:t>check_sigchld</a:t>
            </a:r>
            <a:r>
              <a:rPr lang="en-US" altLang="ko-KR" dirty="0">
                <a:latin typeface="Courier New" panose="02070309020205020404" pitchFamily="49" charset="0"/>
                <a:cs typeface="Courier New" panose="02070309020205020404" pitchFamily="49" charset="0"/>
              </a:rPr>
              <a:t>() </a:t>
            </a:r>
            <a:r>
              <a:rPr lang="en-US" altLang="ko-KR" dirty="0">
                <a:ea typeface="Tahoma" panose="020B0604030504040204" pitchFamily="34" charset="0"/>
              </a:rPr>
              <a:t>&amp;</a:t>
            </a:r>
            <a:r>
              <a:rPr lang="en-US" altLang="ko-KR" dirty="0">
                <a:latin typeface="Courier New" panose="02070309020205020404" pitchFamily="49" charset="0"/>
                <a:cs typeface="Courier New" panose="02070309020205020404" pitchFamily="49" charset="0"/>
              </a:rPr>
              <a:t> </a:t>
            </a:r>
            <a:r>
              <a:rPr lang="en-US" altLang="ko-KR" dirty="0" err="1">
                <a:solidFill>
                  <a:schemeClr val="tx1"/>
                </a:solidFill>
                <a:latin typeface="Courier New" panose="02070309020205020404" pitchFamily="49" charset="0"/>
                <a:ea typeface="Tahoma" panose="020B0604030504040204" pitchFamily="34" charset="0"/>
                <a:cs typeface="Courier New" panose="02070309020205020404" pitchFamily="49" charset="0"/>
              </a:rPr>
              <a:t>check_bg_status</a:t>
            </a:r>
            <a:r>
              <a:rPr lang="en-US" altLang="ko-KR" dirty="0">
                <a:solidFill>
                  <a:schemeClr val="tx1"/>
                </a:solidFill>
                <a:latin typeface="Courier New" panose="02070309020205020404" pitchFamily="49" charset="0"/>
                <a:ea typeface="Tahoma" panose="020B0604030504040204" pitchFamily="34" charset="0"/>
                <a:cs typeface="Courier New" panose="02070309020205020404" pitchFamily="49" charset="0"/>
              </a:rPr>
              <a:t>(</a:t>
            </a:r>
          </a:p>
          <a:p>
            <a:pPr lvl="1"/>
            <a:r>
              <a:rPr lang="en-US" altLang="ko-KR" dirty="0">
                <a:solidFill>
                  <a:schemeClr val="tx1"/>
                </a:solidFill>
                <a:ea typeface="Tahoma" panose="020B0604030504040204" pitchFamily="34" charset="0"/>
              </a:rPr>
              <a:t>Also, </a:t>
            </a:r>
            <a:r>
              <a:rPr lang="en-US" altLang="ko-KR" dirty="0" err="1">
                <a:solidFill>
                  <a:schemeClr val="tx1"/>
                </a:solidFill>
                <a:latin typeface="Courier New" panose="02070309020205020404" pitchFamily="49" charset="0"/>
                <a:ea typeface="Tahoma" panose="020B0604030504040204" pitchFamily="34" charset="0"/>
                <a:cs typeface="Courier New" panose="02070309020205020404" pitchFamily="49" charset="0"/>
              </a:rPr>
              <a:t>fork_exec</a:t>
            </a:r>
            <a:r>
              <a:rPr lang="en-US" altLang="ko-KR" dirty="0">
                <a:solidFill>
                  <a:schemeClr val="tx1"/>
                </a:solidFill>
                <a:latin typeface="Courier New" panose="02070309020205020404" pitchFamily="49" charset="0"/>
                <a:ea typeface="Tahoma" panose="020B0604030504040204" pitchFamily="34" charset="0"/>
                <a:cs typeface="Courier New" panose="02070309020205020404" pitchFamily="49" charset="0"/>
              </a:rPr>
              <a:t>(), </a:t>
            </a:r>
            <a:r>
              <a:rPr lang="en-US" altLang="ko-KR" dirty="0" err="1">
                <a:latin typeface="Courier New" panose="02070309020205020404" pitchFamily="49" charset="0"/>
                <a:cs typeface="Courier New" panose="02070309020205020404" pitchFamily="49" charset="0"/>
              </a:rPr>
              <a:t>iter_pipe_fork_exec</a:t>
            </a:r>
            <a:r>
              <a:rPr lang="en-US" altLang="ko-KR" dirty="0">
                <a:ea typeface="Tahoma" panose="020B0604030504040204" pitchFamily="34" charset="0"/>
              </a:rPr>
              <a:t>()</a:t>
            </a:r>
            <a:r>
              <a:rPr lang="en-US" altLang="ko-KR" dirty="0">
                <a:solidFill>
                  <a:schemeClr val="tx1"/>
                </a:solidFill>
                <a:latin typeface="Courier New" panose="02070309020205020404" pitchFamily="49" charset="0"/>
                <a:ea typeface="Tahoma" panose="020B0604030504040204" pitchFamily="34" charset="0"/>
                <a:cs typeface="Courier New" panose="02070309020205020404" pitchFamily="49" charset="0"/>
              </a:rPr>
              <a:t> </a:t>
            </a:r>
            <a:endParaRPr lang="en-US" altLang="ko-KR" dirty="0">
              <a:latin typeface="Courier New" panose="02070309020205020404" pitchFamily="49" charset="0"/>
              <a:cs typeface="Courier New" panose="02070309020205020404" pitchFamily="49" charset="0"/>
            </a:endParaRPr>
          </a:p>
          <a:p>
            <a:r>
              <a:rPr lang="en-US" altLang="ko-KR" dirty="0" err="1">
                <a:solidFill>
                  <a:schemeClr val="tx1"/>
                </a:solidFill>
                <a:latin typeface="Courier New" panose="02070309020205020404" pitchFamily="49" charset="0"/>
                <a:ea typeface="Tahoma" panose="020B0604030504040204" pitchFamily="34" charset="0"/>
                <a:cs typeface="Courier New" panose="02070309020205020404" pitchFamily="49" charset="0"/>
              </a:rPr>
              <a:t>check_bg_status</a:t>
            </a:r>
            <a:r>
              <a:rPr lang="en-US" altLang="ko-KR" dirty="0">
                <a:solidFill>
                  <a:schemeClr val="tx1"/>
                </a:solidFill>
                <a:latin typeface="Courier New" panose="02070309020205020404" pitchFamily="49" charset="0"/>
                <a:ea typeface="Tahoma" panose="020B0604030504040204" pitchFamily="34" charset="0"/>
                <a:cs typeface="Courier New" panose="02070309020205020404" pitchFamily="49" charset="0"/>
              </a:rPr>
              <a:t>()</a:t>
            </a:r>
            <a:r>
              <a:rPr lang="en-US" altLang="ko-KR" dirty="0">
                <a:solidFill>
                  <a:schemeClr val="tx1"/>
                </a:solidFill>
                <a:ea typeface="Tahoma" panose="020B0604030504040204" pitchFamily="34" charset="0"/>
              </a:rPr>
              <a:t>should print out the message that the background job has completed</a:t>
            </a:r>
          </a:p>
          <a:p>
            <a:r>
              <a:rPr lang="en-US" altLang="ko-KR" dirty="0">
                <a:ea typeface="Tahoma" panose="020B0604030504040204" pitchFamily="34" charset="0"/>
              </a:rPr>
              <a:t>Important </a:t>
            </a:r>
            <a:r>
              <a:rPr lang="en-US" altLang="ko-KR" dirty="0" err="1">
                <a:latin typeface="Courier New" panose="02070309020205020404" pitchFamily="49" charset="0"/>
                <a:ea typeface="Tahoma" panose="020B0604030504040204" pitchFamily="34" charset="0"/>
                <a:cs typeface="Courier New" panose="02070309020205020404" pitchFamily="49" charset="0"/>
              </a:rPr>
              <a:t>snush</a:t>
            </a:r>
            <a:r>
              <a:rPr lang="en-US" altLang="ko-KR" dirty="0">
                <a:ea typeface="Tahoma" panose="020B0604030504040204" pitchFamily="34" charset="0"/>
              </a:rPr>
              <a:t> functions to utilize (Do not modify the functions listed below)</a:t>
            </a:r>
          </a:p>
          <a:p>
            <a:pPr lvl="1"/>
            <a:r>
              <a:rPr lang="en-US" altLang="ko-KR" dirty="0" err="1">
                <a:latin typeface="Courier New" panose="02070309020205020404" pitchFamily="49" charset="0"/>
                <a:cs typeface="Courier New" panose="02070309020205020404" pitchFamily="49" charset="0"/>
              </a:rPr>
              <a:t>print_job</a:t>
            </a:r>
            <a:r>
              <a:rPr lang="en-US" altLang="ko-KR" dirty="0">
                <a:latin typeface="Courier New" panose="02070309020205020404" pitchFamily="49" charset="0"/>
                <a:cs typeface="Courier New" panose="02070309020205020404" pitchFamily="49" charset="0"/>
              </a:rPr>
              <a:t>(): </a:t>
            </a:r>
            <a:r>
              <a:rPr lang="en-US" altLang="ko-KR" dirty="0"/>
              <a:t>announce the start of a background job</a:t>
            </a:r>
          </a:p>
          <a:p>
            <a:endParaRPr lang="en-US" altLang="ko-KR" dirty="0"/>
          </a:p>
        </p:txBody>
      </p:sp>
    </p:spTree>
    <p:extLst>
      <p:ext uri="{BB962C8B-B14F-4D97-AF65-F5344CB8AC3E}">
        <p14:creationId xmlns:p14="http://schemas.microsoft.com/office/powerpoint/2010/main" val="32659416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127B6-336D-2B4D-4072-EB3F402A1DC1}"/>
            </a:ext>
          </a:extLst>
        </p:cNvPr>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4ACD23A4-750B-015D-6C6A-67BF2C8EA305}"/>
              </a:ext>
            </a:extLst>
          </p:cNvPr>
          <p:cNvSpPr>
            <a:spLocks noGrp="1"/>
          </p:cNvSpPr>
          <p:nvPr>
            <p:ph type="sldNum" sz="quarter" idx="12"/>
          </p:nvPr>
        </p:nvSpPr>
        <p:spPr/>
        <p:txBody>
          <a:bodyPr/>
          <a:lstStyle/>
          <a:p>
            <a:r>
              <a:rPr lang="en-US" altLang="ko-KR" dirty="0"/>
              <a:t>-</a:t>
            </a:r>
            <a:fld id="{3D16D23B-24D6-455E-BBD7-6975BEA16FD4}" type="slidenum">
              <a:rPr lang="ko-KR" altLang="en-US" smtClean="0"/>
              <a:pPr/>
              <a:t>42</a:t>
            </a:fld>
            <a:r>
              <a:rPr lang="en-US" altLang="ko-KR" dirty="0"/>
              <a:t>-</a:t>
            </a:r>
            <a:endParaRPr lang="ko-KR" altLang="en-US" dirty="0"/>
          </a:p>
        </p:txBody>
      </p:sp>
      <p:sp>
        <p:nvSpPr>
          <p:cNvPr id="3" name="제목 2">
            <a:extLst>
              <a:ext uri="{FF2B5EF4-FFF2-40B4-BE49-F238E27FC236}">
                <a16:creationId xmlns:a16="http://schemas.microsoft.com/office/drawing/2014/main" id="{B8C2D6EC-3EC2-B7BE-1C3F-8449C7E8B026}"/>
              </a:ext>
            </a:extLst>
          </p:cNvPr>
          <p:cNvSpPr>
            <a:spLocks noGrp="1"/>
          </p:cNvSpPr>
          <p:nvPr>
            <p:ph type="title"/>
          </p:nvPr>
        </p:nvSpPr>
        <p:spPr/>
        <p:txBody>
          <a:bodyPr/>
          <a:lstStyle/>
          <a:p>
            <a:r>
              <a:rPr lang="en-US" altLang="ko-KR" dirty="0"/>
              <a:t>Implementing Background Execution in </a:t>
            </a:r>
            <a:r>
              <a:rPr lang="en-US" altLang="ko-KR" dirty="0" err="1"/>
              <a:t>snush</a:t>
            </a:r>
            <a:endParaRPr lang="ko-KR" altLang="en-US" dirty="0"/>
          </a:p>
        </p:txBody>
      </p:sp>
      <p:sp>
        <p:nvSpPr>
          <p:cNvPr id="4" name="텍스트 개체 틀 3">
            <a:extLst>
              <a:ext uri="{FF2B5EF4-FFF2-40B4-BE49-F238E27FC236}">
                <a16:creationId xmlns:a16="http://schemas.microsoft.com/office/drawing/2014/main" id="{EA4268CD-AAF9-9F51-034B-56D7B02E59D9}"/>
              </a:ext>
            </a:extLst>
          </p:cNvPr>
          <p:cNvSpPr>
            <a:spLocks noGrp="1"/>
          </p:cNvSpPr>
          <p:nvPr>
            <p:ph type="body" sz="quarter" idx="13"/>
          </p:nvPr>
        </p:nvSpPr>
        <p:spPr>
          <a:xfrm>
            <a:off x="350981" y="939800"/>
            <a:ext cx="11369963" cy="5140325"/>
          </a:xfrm>
        </p:spPr>
        <p:txBody>
          <a:bodyPr/>
          <a:lstStyle/>
          <a:p>
            <a:r>
              <a:rPr lang="en-US" altLang="ko-KR" dirty="0"/>
              <a:t>Child sends </a:t>
            </a:r>
            <a:r>
              <a:rPr lang="en-US" altLang="ko-KR" dirty="0">
                <a:latin typeface="Courier New" panose="02070309020205020404" pitchFamily="49" charset="0"/>
                <a:cs typeface="Courier New" panose="02070309020205020404" pitchFamily="49" charset="0"/>
              </a:rPr>
              <a:t>SIGCHLD</a:t>
            </a:r>
            <a:r>
              <a:rPr lang="en-US" altLang="ko-KR" dirty="0"/>
              <a:t> signal to parent process when the child process exits</a:t>
            </a:r>
          </a:p>
          <a:p>
            <a:r>
              <a:rPr lang="en-US" altLang="ko-KR" dirty="0"/>
              <a:t>Each exited process must be removed from the process id list of its corresponding job in the job manager</a:t>
            </a:r>
          </a:p>
          <a:p>
            <a:r>
              <a:rPr lang="en-US" altLang="ko-KR" dirty="0">
                <a:solidFill>
                  <a:schemeClr val="tx1"/>
                </a:solidFill>
                <a:ea typeface="Tahoma" panose="020B0604030504040204" pitchFamily="34" charset="0"/>
              </a:rPr>
              <a:t>A message should be printed at </a:t>
            </a:r>
            <a:r>
              <a:rPr lang="en-US" altLang="ko-KR" dirty="0" err="1">
                <a:solidFill>
                  <a:schemeClr val="tx1"/>
                </a:solidFill>
                <a:latin typeface="Courier New" panose="02070309020205020404" pitchFamily="49" charset="0"/>
                <a:ea typeface="Tahoma" panose="020B0604030504040204" pitchFamily="34" charset="0"/>
                <a:cs typeface="Courier New" panose="02070309020205020404" pitchFamily="49" charset="0"/>
              </a:rPr>
              <a:t>check_bg_status</a:t>
            </a:r>
            <a:r>
              <a:rPr lang="en-US" altLang="ko-KR" dirty="0">
                <a:solidFill>
                  <a:schemeClr val="tx1"/>
                </a:solidFill>
                <a:latin typeface="Courier New" panose="02070309020205020404" pitchFamily="49" charset="0"/>
                <a:ea typeface="Tahoma" panose="020B0604030504040204" pitchFamily="34" charset="0"/>
                <a:cs typeface="Courier New" panose="02070309020205020404" pitchFamily="49" charset="0"/>
              </a:rPr>
              <a:t>() </a:t>
            </a:r>
            <a:r>
              <a:rPr lang="en-US" altLang="ko-KR" dirty="0">
                <a:solidFill>
                  <a:schemeClr val="tx1"/>
                </a:solidFill>
                <a:ea typeface="Tahoma" panose="020B0604030504040204" pitchFamily="34" charset="0"/>
              </a:rPr>
              <a:t>to indicate that the background job has completed</a:t>
            </a:r>
          </a:p>
          <a:p>
            <a:pPr lvl="1"/>
            <a:r>
              <a:rPr lang="en-US" altLang="ko-KR" dirty="0">
                <a:solidFill>
                  <a:schemeClr val="tx1"/>
                </a:solidFill>
                <a:ea typeface="Tahoma" panose="020B0604030504040204" pitchFamily="34" charset="0"/>
              </a:rPr>
              <a:t>Do not use </a:t>
            </a:r>
            <a:r>
              <a:rPr lang="en-US" altLang="ko-KR" dirty="0" err="1">
                <a:solidFill>
                  <a:schemeClr val="tx1"/>
                </a:solidFill>
                <a:latin typeface="Courier New" panose="02070309020205020404" pitchFamily="49" charset="0"/>
                <a:ea typeface="Tahoma" panose="020B0604030504040204" pitchFamily="34" charset="0"/>
                <a:cs typeface="Courier New" panose="02070309020205020404" pitchFamily="49" charset="0"/>
              </a:rPr>
              <a:t>printf</a:t>
            </a:r>
            <a:r>
              <a:rPr lang="en-US" altLang="ko-KR" dirty="0">
                <a:solidFill>
                  <a:schemeClr val="tx1"/>
                </a:solidFill>
                <a:latin typeface="Courier New" panose="02070309020205020404" pitchFamily="49" charset="0"/>
                <a:ea typeface="Tahoma" panose="020B0604030504040204" pitchFamily="34" charset="0"/>
                <a:cs typeface="Courier New" panose="02070309020205020404" pitchFamily="49" charset="0"/>
              </a:rPr>
              <a:t>()</a:t>
            </a:r>
            <a:r>
              <a:rPr lang="en-US" altLang="ko-KR" dirty="0">
                <a:solidFill>
                  <a:schemeClr val="tx1"/>
                </a:solidFill>
                <a:ea typeface="Tahoma" panose="020B0604030504040204" pitchFamily="34" charset="0"/>
              </a:rPr>
              <a:t> in signal handler (refer to the README file)</a:t>
            </a:r>
          </a:p>
          <a:p>
            <a:r>
              <a:rPr lang="en-US" altLang="ko-KR" dirty="0">
                <a:solidFill>
                  <a:schemeClr val="tx1"/>
                </a:solidFill>
                <a:ea typeface="Tahoma" panose="020B0604030504040204" pitchFamily="34" charset="0"/>
              </a:rPr>
              <a:t>The commands </a:t>
            </a:r>
            <a:r>
              <a:rPr lang="en-US" altLang="ko-KR" dirty="0" err="1">
                <a:solidFill>
                  <a:schemeClr val="tx1"/>
                </a:solidFill>
                <a:latin typeface="Courier New" panose="02070309020205020404" pitchFamily="49" charset="0"/>
                <a:ea typeface="Tahoma" panose="020B0604030504040204" pitchFamily="34" charset="0"/>
                <a:cs typeface="Courier New" panose="02070309020205020404" pitchFamily="49" charset="0"/>
              </a:rPr>
              <a:t>fg</a:t>
            </a:r>
            <a:r>
              <a:rPr lang="en-US" altLang="ko-KR" dirty="0">
                <a:solidFill>
                  <a:schemeClr val="tx1"/>
                </a:solidFill>
                <a:ea typeface="Tahoma" panose="020B0604030504040204" pitchFamily="34" charset="0"/>
              </a:rPr>
              <a:t> and </a:t>
            </a:r>
            <a:r>
              <a:rPr lang="en-US" altLang="ko-KR" dirty="0" err="1">
                <a:solidFill>
                  <a:schemeClr val="tx1"/>
                </a:solidFill>
                <a:latin typeface="Courier New" panose="02070309020205020404" pitchFamily="49" charset="0"/>
                <a:ea typeface="Tahoma" panose="020B0604030504040204" pitchFamily="34" charset="0"/>
                <a:cs typeface="Courier New" panose="02070309020205020404" pitchFamily="49" charset="0"/>
              </a:rPr>
              <a:t>bg</a:t>
            </a:r>
            <a:r>
              <a:rPr lang="en-US" altLang="ko-KR" dirty="0">
                <a:solidFill>
                  <a:schemeClr val="tx1"/>
                </a:solidFill>
                <a:ea typeface="Tahoma" panose="020B0604030504040204" pitchFamily="34" charset="0"/>
              </a:rPr>
              <a:t> are not supported in </a:t>
            </a:r>
            <a:r>
              <a:rPr lang="en-US" altLang="ko-KR" dirty="0" err="1">
                <a:solidFill>
                  <a:schemeClr val="tx1"/>
                </a:solidFill>
                <a:ea typeface="Tahoma" panose="020B0604030504040204" pitchFamily="34" charset="0"/>
              </a:rPr>
              <a:t>snush</a:t>
            </a:r>
            <a:r>
              <a:rPr lang="en-US" altLang="ko-KR" dirty="0">
                <a:solidFill>
                  <a:schemeClr val="tx1"/>
                </a:solidFill>
                <a:ea typeface="Tahoma" panose="020B0604030504040204" pitchFamily="34" charset="0"/>
              </a:rPr>
              <a:t>, so you do not need to consider them when implementing background jobs. </a:t>
            </a:r>
          </a:p>
          <a:p>
            <a:r>
              <a:rPr lang="en-US" altLang="ko-KR" dirty="0">
                <a:solidFill>
                  <a:schemeClr val="tx1"/>
                </a:solidFill>
                <a:ea typeface="Tahoma" panose="020B0604030504040204" pitchFamily="34" charset="0"/>
              </a:rPr>
              <a:t>In addition, the related signal SIGTSTP (triggered by </a:t>
            </a:r>
            <a:r>
              <a:rPr lang="en-US" altLang="ko-KR" dirty="0" err="1">
                <a:solidFill>
                  <a:schemeClr val="tx1"/>
                </a:solidFill>
                <a:ea typeface="Tahoma" panose="020B0604030504040204" pitchFamily="34" charset="0"/>
              </a:rPr>
              <a:t>Ctrl+Z</a:t>
            </a:r>
            <a:r>
              <a:rPr lang="en-US" altLang="ko-KR" dirty="0">
                <a:solidFill>
                  <a:schemeClr val="tx1"/>
                </a:solidFill>
                <a:ea typeface="Tahoma" panose="020B0604030504040204" pitchFamily="34" charset="0"/>
              </a:rPr>
              <a:t>) is set to be ignored in this implementation.</a:t>
            </a:r>
          </a:p>
          <a:p>
            <a:endParaRPr lang="en-US" altLang="ko-KR" b="0" dirty="0">
              <a:solidFill>
                <a:schemeClr val="tx1"/>
              </a:solidFill>
              <a:effectLst/>
              <a:ea typeface="Tahoma" panose="020B0604030504040204" pitchFamily="34" charset="0"/>
            </a:endParaRPr>
          </a:p>
        </p:txBody>
      </p:sp>
    </p:spTree>
    <p:extLst>
      <p:ext uri="{BB962C8B-B14F-4D97-AF65-F5344CB8AC3E}">
        <p14:creationId xmlns:p14="http://schemas.microsoft.com/office/powerpoint/2010/main" val="16733288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59104B8-43B1-7A6D-647C-178F28995224}"/>
              </a:ext>
            </a:extLst>
          </p:cNvPr>
          <p:cNvSpPr>
            <a:spLocks noGrp="1"/>
          </p:cNvSpPr>
          <p:nvPr>
            <p:ph type="ctrTitle"/>
          </p:nvPr>
        </p:nvSpPr>
        <p:spPr/>
        <p:txBody>
          <a:bodyPr/>
          <a:lstStyle/>
          <a:p>
            <a:br>
              <a:rPr lang="en-US" altLang="ko-KR" dirty="0"/>
            </a:br>
            <a:r>
              <a:rPr lang="en-US" altLang="ko-KR" dirty="0"/>
              <a:t>Final Guidelines for </a:t>
            </a:r>
            <a:r>
              <a:rPr lang="en-US" altLang="ko-KR" dirty="0" err="1"/>
              <a:t>snush</a:t>
            </a:r>
            <a:endParaRPr lang="ko-KR" altLang="en-US" dirty="0"/>
          </a:p>
        </p:txBody>
      </p:sp>
      <p:sp>
        <p:nvSpPr>
          <p:cNvPr id="3" name="부제목 2">
            <a:extLst>
              <a:ext uri="{FF2B5EF4-FFF2-40B4-BE49-F238E27FC236}">
                <a16:creationId xmlns:a16="http://schemas.microsoft.com/office/drawing/2014/main" id="{52198AF1-BE8F-6AD6-A027-2EED9E0FAF25}"/>
              </a:ext>
            </a:extLst>
          </p:cNvPr>
          <p:cNvSpPr>
            <a:spLocks noGrp="1"/>
          </p:cNvSpPr>
          <p:nvPr>
            <p:ph type="subTitle" idx="1"/>
          </p:nvPr>
        </p:nvSpPr>
        <p:spPr/>
        <p:txBody>
          <a:bodyPr/>
          <a:lstStyle/>
          <a:p>
            <a:endParaRPr lang="ko-KR" altLang="en-US"/>
          </a:p>
        </p:txBody>
      </p:sp>
    </p:spTree>
    <p:extLst>
      <p:ext uri="{BB962C8B-B14F-4D97-AF65-F5344CB8AC3E}">
        <p14:creationId xmlns:p14="http://schemas.microsoft.com/office/powerpoint/2010/main" val="11718860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54C15-32FF-984D-E17F-6F4616012EA0}"/>
            </a:ext>
          </a:extLst>
        </p:cNvPr>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549A57BB-D06D-EF60-B40A-766FD338D112}"/>
              </a:ext>
            </a:extLst>
          </p:cNvPr>
          <p:cNvSpPr>
            <a:spLocks noGrp="1"/>
          </p:cNvSpPr>
          <p:nvPr>
            <p:ph type="sldNum" sz="quarter" idx="12"/>
          </p:nvPr>
        </p:nvSpPr>
        <p:spPr/>
        <p:txBody>
          <a:bodyPr/>
          <a:lstStyle/>
          <a:p>
            <a:r>
              <a:rPr lang="en-US" altLang="ko-KR"/>
              <a:t>-</a:t>
            </a:r>
            <a:fld id="{3D16D23B-24D6-455E-BBD7-6975BEA16FD4}" type="slidenum">
              <a:rPr lang="ko-KR" altLang="en-US" smtClean="0"/>
              <a:pPr/>
              <a:t>44</a:t>
            </a:fld>
            <a:r>
              <a:rPr lang="en-US" altLang="ko-KR"/>
              <a:t>-</a:t>
            </a:r>
            <a:endParaRPr lang="ko-KR" altLang="en-US" dirty="0"/>
          </a:p>
        </p:txBody>
      </p:sp>
      <p:sp>
        <p:nvSpPr>
          <p:cNvPr id="3" name="제목 2">
            <a:extLst>
              <a:ext uri="{FF2B5EF4-FFF2-40B4-BE49-F238E27FC236}">
                <a16:creationId xmlns:a16="http://schemas.microsoft.com/office/drawing/2014/main" id="{B31A5A46-94A8-4338-D097-9974A9061178}"/>
              </a:ext>
            </a:extLst>
          </p:cNvPr>
          <p:cNvSpPr>
            <a:spLocks noGrp="1"/>
          </p:cNvSpPr>
          <p:nvPr>
            <p:ph type="title"/>
          </p:nvPr>
        </p:nvSpPr>
        <p:spPr/>
        <p:txBody>
          <a:bodyPr/>
          <a:lstStyle/>
          <a:p>
            <a:r>
              <a:rPr lang="en-US" altLang="ko-KR" dirty="0">
                <a:ea typeface="Tahoma" panose="020B0604030504040204" pitchFamily="34" charset="0"/>
              </a:rPr>
              <a:t>Evaluation of your shell</a:t>
            </a:r>
            <a:endParaRPr lang="ko-KR" altLang="en-US" dirty="0"/>
          </a:p>
        </p:txBody>
      </p:sp>
      <p:sp>
        <p:nvSpPr>
          <p:cNvPr id="4" name="텍스트 개체 틀 3">
            <a:extLst>
              <a:ext uri="{FF2B5EF4-FFF2-40B4-BE49-F238E27FC236}">
                <a16:creationId xmlns:a16="http://schemas.microsoft.com/office/drawing/2014/main" id="{C4C2AB04-3A4C-B65D-2BB2-D61CF3ACED79}"/>
              </a:ext>
            </a:extLst>
          </p:cNvPr>
          <p:cNvSpPr>
            <a:spLocks noGrp="1"/>
          </p:cNvSpPr>
          <p:nvPr>
            <p:ph type="body" sz="quarter" idx="13"/>
          </p:nvPr>
        </p:nvSpPr>
        <p:spPr>
          <a:xfrm>
            <a:off x="350552" y="939800"/>
            <a:ext cx="11369963" cy="5166638"/>
          </a:xfrm>
        </p:spPr>
        <p:txBody>
          <a:bodyPr/>
          <a:lstStyle/>
          <a:p>
            <a:pPr marL="0" indent="0">
              <a:buNone/>
            </a:pPr>
            <a:r>
              <a:rPr lang="en-US" altLang="ko-KR" dirty="0"/>
              <a:t>1. Implement basic shell functionality</a:t>
            </a:r>
          </a:p>
          <a:p>
            <a:pPr lvl="1"/>
            <a:r>
              <a:rPr lang="en-US" altLang="ko-KR" dirty="0">
                <a:ea typeface="Tahoma" panose="020B0604030504040204" pitchFamily="34" charset="0"/>
              </a:rPr>
              <a:t>Basic commands</a:t>
            </a:r>
          </a:p>
          <a:p>
            <a:pPr lvl="2"/>
            <a:r>
              <a:rPr lang="en-US" altLang="ko-KR" dirty="0">
                <a:latin typeface="Courier New" panose="02070309020205020404" pitchFamily="49" charset="0"/>
                <a:cs typeface="Courier New" panose="02070309020205020404" pitchFamily="49" charset="0"/>
              </a:rPr>
              <a:t>cat/ls </a:t>
            </a:r>
            <a:r>
              <a:rPr lang="en-US" altLang="ko-KR" dirty="0"/>
              <a:t>command </a:t>
            </a:r>
          </a:p>
          <a:p>
            <a:pPr lvl="1"/>
            <a:r>
              <a:rPr lang="en-US" altLang="ko-KR" dirty="0"/>
              <a:t>Basic terminal control for the foreground process</a:t>
            </a:r>
          </a:p>
          <a:p>
            <a:pPr lvl="2"/>
            <a:r>
              <a:rPr lang="en-US" altLang="ko-KR" dirty="0">
                <a:latin typeface="Courier New" panose="02070309020205020404" pitchFamily="49" charset="0"/>
                <a:cs typeface="Courier New" panose="02070309020205020404" pitchFamily="49" charset="0"/>
              </a:rPr>
              <a:t>vim / more </a:t>
            </a:r>
            <a:r>
              <a:rPr lang="en-US" altLang="ko-KR" dirty="0">
                <a:ea typeface="Tahoma" panose="020B0604030504040204" pitchFamily="34" charset="0"/>
              </a:rPr>
              <a:t>command</a:t>
            </a:r>
          </a:p>
          <a:p>
            <a:pPr lvl="1"/>
            <a:r>
              <a:rPr lang="en-US" altLang="ko-KR" dirty="0"/>
              <a:t>Kill foreground job</a:t>
            </a:r>
          </a:p>
          <a:p>
            <a:pPr lvl="2"/>
            <a:r>
              <a:rPr lang="en-US" altLang="ko-KR" dirty="0">
                <a:latin typeface="Courier New" panose="02070309020205020404" pitchFamily="49" charset="0"/>
                <a:cs typeface="Courier New" panose="02070309020205020404" pitchFamily="49" charset="0"/>
              </a:rPr>
              <a:t>$ tools/</a:t>
            </a:r>
            <a:r>
              <a:rPr lang="en-US" altLang="ko-KR" dirty="0" err="1">
                <a:latin typeface="Courier New" panose="02070309020205020404" pitchFamily="49" charset="0"/>
                <a:cs typeface="Courier New" panose="02070309020205020404" pitchFamily="49" charset="0"/>
              </a:rPr>
              <a:t>myspin</a:t>
            </a:r>
            <a:r>
              <a:rPr lang="en-US" altLang="ko-KR" dirty="0">
                <a:latin typeface="Courier New" panose="02070309020205020404" pitchFamily="49" charset="0"/>
                <a:cs typeface="Courier New" panose="02070309020205020404" pitchFamily="49" charset="0"/>
              </a:rPr>
              <a:t> 10, Ctrl + C</a:t>
            </a:r>
            <a:endParaRPr lang="en-US" altLang="ko-KR" dirty="0"/>
          </a:p>
          <a:p>
            <a:pPr marL="0" indent="0">
              <a:buNone/>
            </a:pPr>
            <a:r>
              <a:rPr lang="en-US" altLang="ko-KR" dirty="0"/>
              <a:t>2. Support</a:t>
            </a:r>
            <a:r>
              <a:rPr lang="ko-KR" altLang="en-US" dirty="0"/>
              <a:t> </a:t>
            </a:r>
            <a:r>
              <a:rPr lang="en-US" altLang="ko-KR" dirty="0"/>
              <a:t>for</a:t>
            </a:r>
            <a:r>
              <a:rPr lang="ko-KR" altLang="en-US" dirty="0"/>
              <a:t> </a:t>
            </a:r>
            <a:r>
              <a:rPr lang="en-US" altLang="ko-KR" dirty="0"/>
              <a:t>redirection</a:t>
            </a:r>
          </a:p>
          <a:p>
            <a:pPr lvl="1"/>
            <a:r>
              <a:rPr lang="en-US" altLang="ko-KR" dirty="0">
                <a:ea typeface="Tahoma" panose="020B0604030504040204" pitchFamily="34" charset="0"/>
              </a:rPr>
              <a:t>Input / Output redirection</a:t>
            </a:r>
          </a:p>
          <a:p>
            <a:pPr lvl="2"/>
            <a:r>
              <a:rPr lang="en-US" altLang="ko-KR" dirty="0">
                <a:latin typeface="Courier New" panose="02070309020205020404" pitchFamily="49" charset="0"/>
                <a:cs typeface="Courier New" panose="02070309020205020404" pitchFamily="49" charset="0"/>
              </a:rPr>
              <a:t>$ echo hello shell &gt; file</a:t>
            </a:r>
          </a:p>
          <a:p>
            <a:pPr lvl="2"/>
            <a:r>
              <a:rPr lang="en-US" altLang="ko-KR" dirty="0">
                <a:latin typeface="Courier New" panose="02070309020205020404" pitchFamily="49" charset="0"/>
                <a:cs typeface="Courier New" panose="02070309020205020404" pitchFamily="49" charset="0"/>
              </a:rPr>
              <a:t>$ cat &lt; input.txt</a:t>
            </a:r>
          </a:p>
          <a:p>
            <a:pPr marL="0" indent="0">
              <a:buNone/>
            </a:pPr>
            <a:r>
              <a:rPr lang="en-US" altLang="ko-KR" dirty="0"/>
              <a:t>3. Support</a:t>
            </a:r>
            <a:r>
              <a:rPr lang="ko-KR" altLang="en-US" dirty="0"/>
              <a:t> </a:t>
            </a:r>
            <a:r>
              <a:rPr lang="en-US" altLang="ko-KR" dirty="0"/>
              <a:t>for</a:t>
            </a:r>
            <a:r>
              <a:rPr lang="ko-KR" altLang="en-US" dirty="0"/>
              <a:t> </a:t>
            </a:r>
            <a:r>
              <a:rPr lang="en-US" altLang="ko-KR" dirty="0"/>
              <a:t>pipe</a:t>
            </a:r>
          </a:p>
          <a:p>
            <a:pPr lvl="1"/>
            <a:r>
              <a:rPr lang="en-US" altLang="ko-KR" dirty="0">
                <a:ea typeface="Tahoma" panose="020B0604030504040204" pitchFamily="34" charset="0"/>
              </a:rPr>
              <a:t>Single pipe / multiple pipes</a:t>
            </a:r>
          </a:p>
          <a:p>
            <a:pPr lvl="2"/>
            <a:r>
              <a:rPr lang="en-US" altLang="ko-KR" dirty="0">
                <a:latin typeface="Courier New" panose="02070309020205020404" pitchFamily="49" charset="0"/>
                <a:cs typeface="Courier New" panose="02070309020205020404" pitchFamily="49" charset="0"/>
              </a:rPr>
              <a:t>$ tools/</a:t>
            </a:r>
            <a:r>
              <a:rPr lang="en-US" altLang="ko-KR" dirty="0" err="1">
                <a:latin typeface="Courier New" panose="02070309020205020404" pitchFamily="49" charset="0"/>
                <a:cs typeface="Courier New" panose="02070309020205020404" pitchFamily="49" charset="0"/>
              </a:rPr>
              <a:t>myprod</a:t>
            </a:r>
            <a:r>
              <a:rPr lang="en-US" altLang="ko-KR" dirty="0">
                <a:latin typeface="Courier New" panose="02070309020205020404" pitchFamily="49" charset="0"/>
                <a:cs typeface="Courier New" panose="02070309020205020404" pitchFamily="49" charset="0"/>
              </a:rPr>
              <a:t> 10 | sort –</a:t>
            </a:r>
            <a:r>
              <a:rPr lang="en-US" altLang="ko-KR" dirty="0" err="1">
                <a:latin typeface="Courier New" panose="02070309020205020404" pitchFamily="49" charset="0"/>
                <a:cs typeface="Courier New" panose="02070309020205020404" pitchFamily="49" charset="0"/>
              </a:rPr>
              <a:t>rn</a:t>
            </a:r>
            <a:endParaRPr lang="en-US" altLang="ko-KR" dirty="0">
              <a:latin typeface="Courier New" panose="02070309020205020404" pitchFamily="49" charset="0"/>
              <a:cs typeface="Courier New" panose="02070309020205020404" pitchFamily="49" charset="0"/>
            </a:endParaRPr>
          </a:p>
          <a:p>
            <a:pPr lvl="2"/>
            <a:r>
              <a:rPr lang="en-US" altLang="ko-KR" dirty="0">
                <a:latin typeface="Courier New" panose="02070309020205020404" pitchFamily="49" charset="0"/>
                <a:cs typeface="Courier New" panose="02070309020205020404" pitchFamily="49" charset="0"/>
              </a:rPr>
              <a:t>$ tools/</a:t>
            </a:r>
            <a:r>
              <a:rPr lang="en-US" altLang="ko-KR" dirty="0" err="1">
                <a:latin typeface="Courier New" panose="02070309020205020404" pitchFamily="49" charset="0"/>
                <a:cs typeface="Courier New" panose="02070309020205020404" pitchFamily="49" charset="0"/>
              </a:rPr>
              <a:t>myprod</a:t>
            </a:r>
            <a:r>
              <a:rPr lang="en-US" altLang="ko-KR" dirty="0">
                <a:latin typeface="Courier New" panose="02070309020205020404" pitchFamily="49" charset="0"/>
                <a:cs typeface="Courier New" panose="02070309020205020404" pitchFamily="49" charset="0"/>
              </a:rPr>
              <a:t> 10 | sort –</a:t>
            </a:r>
            <a:r>
              <a:rPr lang="en-US" altLang="ko-KR" dirty="0" err="1">
                <a:latin typeface="Courier New" panose="02070309020205020404" pitchFamily="49" charset="0"/>
                <a:cs typeface="Courier New" panose="02070309020205020404" pitchFamily="49" charset="0"/>
              </a:rPr>
              <a:t>rn</a:t>
            </a:r>
            <a:r>
              <a:rPr lang="en-US" altLang="ko-KR" dirty="0">
                <a:latin typeface="Courier New" panose="02070309020205020404" pitchFamily="49" charset="0"/>
                <a:cs typeface="Courier New" panose="02070309020205020404" pitchFamily="49" charset="0"/>
              </a:rPr>
              <a:t> | </a:t>
            </a:r>
            <a:r>
              <a:rPr lang="en-US" altLang="ko-KR" dirty="0" err="1">
                <a:latin typeface="Courier New" panose="02070309020205020404" pitchFamily="49" charset="0"/>
                <a:cs typeface="Courier New" panose="02070309020205020404" pitchFamily="49" charset="0"/>
              </a:rPr>
              <a:t>wc</a:t>
            </a:r>
            <a:r>
              <a:rPr lang="en-US" altLang="ko-KR" dirty="0">
                <a:latin typeface="Courier New" panose="02070309020205020404" pitchFamily="49" charset="0"/>
                <a:cs typeface="Courier New" panose="02070309020205020404" pitchFamily="49" charset="0"/>
              </a:rPr>
              <a:t> –l</a:t>
            </a:r>
          </a:p>
        </p:txBody>
      </p:sp>
      <p:sp>
        <p:nvSpPr>
          <p:cNvPr id="5" name="TextBox 4">
            <a:extLst>
              <a:ext uri="{FF2B5EF4-FFF2-40B4-BE49-F238E27FC236}">
                <a16:creationId xmlns:a16="http://schemas.microsoft.com/office/drawing/2014/main" id="{B1C91F4B-0833-42A8-BAC5-832337062068}"/>
              </a:ext>
            </a:extLst>
          </p:cNvPr>
          <p:cNvSpPr txBox="1"/>
          <p:nvPr/>
        </p:nvSpPr>
        <p:spPr>
          <a:xfrm>
            <a:off x="6275885" y="2929040"/>
            <a:ext cx="5565563" cy="707886"/>
          </a:xfrm>
          <a:prstGeom prst="rect">
            <a:avLst/>
          </a:prstGeom>
          <a:noFill/>
        </p:spPr>
        <p:txBody>
          <a:bodyPr wrap="none" rtlCol="0">
            <a:spAutoFit/>
          </a:bodyPr>
          <a:lstStyle/>
          <a:p>
            <a:r>
              <a:rPr lang="en-US" altLang="ko-KR" sz="2000" dirty="0"/>
              <a:t>You can use tools/</a:t>
            </a:r>
            <a:r>
              <a:rPr lang="en-US" altLang="ko-KR" sz="2000" dirty="0" err="1"/>
              <a:t>myspin</a:t>
            </a:r>
            <a:r>
              <a:rPr lang="en-US" altLang="ko-KR" sz="2000" dirty="0"/>
              <a:t>, tools/</a:t>
            </a:r>
            <a:r>
              <a:rPr lang="en-US" altLang="ko-KR" sz="2000" dirty="0" err="1"/>
              <a:t>myprod</a:t>
            </a:r>
            <a:r>
              <a:rPr lang="en-US" altLang="ko-KR" sz="2000" dirty="0"/>
              <a:t> for testing!</a:t>
            </a:r>
          </a:p>
          <a:p>
            <a:r>
              <a:rPr lang="en-US" altLang="ko-KR" sz="2000" dirty="0"/>
              <a:t>- Refer to the code for the details.</a:t>
            </a:r>
          </a:p>
        </p:txBody>
      </p:sp>
    </p:spTree>
    <p:extLst>
      <p:ext uri="{BB962C8B-B14F-4D97-AF65-F5344CB8AC3E}">
        <p14:creationId xmlns:p14="http://schemas.microsoft.com/office/powerpoint/2010/main" val="34215369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FEDE8-4794-03BD-76C2-53927D40F17E}"/>
            </a:ext>
          </a:extLst>
        </p:cNvPr>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FA9F3435-4D93-632C-E84E-D97C21FA1A40}"/>
              </a:ext>
            </a:extLst>
          </p:cNvPr>
          <p:cNvSpPr>
            <a:spLocks noGrp="1"/>
          </p:cNvSpPr>
          <p:nvPr>
            <p:ph type="sldNum" sz="quarter" idx="12"/>
          </p:nvPr>
        </p:nvSpPr>
        <p:spPr/>
        <p:txBody>
          <a:bodyPr/>
          <a:lstStyle/>
          <a:p>
            <a:r>
              <a:rPr lang="en-US" altLang="ko-KR"/>
              <a:t>-</a:t>
            </a:r>
            <a:fld id="{3D16D23B-24D6-455E-BBD7-6975BEA16FD4}" type="slidenum">
              <a:rPr lang="ko-KR" altLang="en-US" smtClean="0"/>
              <a:pPr/>
              <a:t>45</a:t>
            </a:fld>
            <a:r>
              <a:rPr lang="en-US" altLang="ko-KR"/>
              <a:t>-</a:t>
            </a:r>
            <a:endParaRPr lang="ko-KR" altLang="en-US" dirty="0"/>
          </a:p>
        </p:txBody>
      </p:sp>
      <p:sp>
        <p:nvSpPr>
          <p:cNvPr id="3" name="제목 2">
            <a:extLst>
              <a:ext uri="{FF2B5EF4-FFF2-40B4-BE49-F238E27FC236}">
                <a16:creationId xmlns:a16="http://schemas.microsoft.com/office/drawing/2014/main" id="{205C2F7F-BAAE-C34D-DDF8-42B68892971D}"/>
              </a:ext>
            </a:extLst>
          </p:cNvPr>
          <p:cNvSpPr>
            <a:spLocks noGrp="1"/>
          </p:cNvSpPr>
          <p:nvPr>
            <p:ph type="title"/>
          </p:nvPr>
        </p:nvSpPr>
        <p:spPr/>
        <p:txBody>
          <a:bodyPr/>
          <a:lstStyle/>
          <a:p>
            <a:r>
              <a:rPr lang="en-US" altLang="ko-KR" dirty="0">
                <a:ea typeface="Tahoma" panose="020B0604030504040204" pitchFamily="34" charset="0"/>
              </a:rPr>
              <a:t>Evaluation of your shell</a:t>
            </a:r>
            <a:endParaRPr lang="ko-KR" altLang="en-US" dirty="0"/>
          </a:p>
        </p:txBody>
      </p:sp>
      <p:sp>
        <p:nvSpPr>
          <p:cNvPr id="4" name="텍스트 개체 틀 3">
            <a:extLst>
              <a:ext uri="{FF2B5EF4-FFF2-40B4-BE49-F238E27FC236}">
                <a16:creationId xmlns:a16="http://schemas.microsoft.com/office/drawing/2014/main" id="{CB998792-0942-A044-B018-B66E50E9D20F}"/>
              </a:ext>
            </a:extLst>
          </p:cNvPr>
          <p:cNvSpPr>
            <a:spLocks noGrp="1"/>
          </p:cNvSpPr>
          <p:nvPr>
            <p:ph type="body" sz="quarter" idx="13"/>
          </p:nvPr>
        </p:nvSpPr>
        <p:spPr>
          <a:xfrm>
            <a:off x="350552" y="939800"/>
            <a:ext cx="11369963" cy="5166638"/>
          </a:xfrm>
        </p:spPr>
        <p:txBody>
          <a:bodyPr/>
          <a:lstStyle/>
          <a:p>
            <a:pPr marL="0" indent="0">
              <a:buNone/>
            </a:pPr>
            <a:r>
              <a:rPr lang="en-US" altLang="ko-KR" dirty="0"/>
              <a:t>4. Support for background execution</a:t>
            </a:r>
          </a:p>
          <a:p>
            <a:pPr lvl="1"/>
            <a:r>
              <a:rPr lang="en-US" altLang="ko-KR" dirty="0"/>
              <a:t>Kill background job – should not be killed</a:t>
            </a:r>
          </a:p>
          <a:p>
            <a:pPr lvl="2"/>
            <a:r>
              <a:rPr lang="en-US" altLang="ko-KR" dirty="0">
                <a:latin typeface="Courier New" panose="02070309020205020404" pitchFamily="49" charset="0"/>
                <a:cs typeface="Courier New" panose="02070309020205020404" pitchFamily="49" charset="0"/>
              </a:rPr>
              <a:t>$ tools/</a:t>
            </a:r>
            <a:r>
              <a:rPr lang="en-US" altLang="ko-KR" dirty="0" err="1">
                <a:latin typeface="Courier New" panose="02070309020205020404" pitchFamily="49" charset="0"/>
                <a:cs typeface="Courier New" panose="02070309020205020404" pitchFamily="49" charset="0"/>
              </a:rPr>
              <a:t>myspin</a:t>
            </a:r>
            <a:r>
              <a:rPr lang="en-US" altLang="ko-KR" dirty="0">
                <a:latin typeface="Courier New" panose="02070309020205020404" pitchFamily="49" charset="0"/>
                <a:cs typeface="Courier New" panose="02070309020205020404" pitchFamily="49" charset="0"/>
              </a:rPr>
              <a:t> 10 &amp;, Ctrl + C </a:t>
            </a:r>
          </a:p>
          <a:p>
            <a:pPr lvl="2"/>
            <a:r>
              <a:rPr lang="en-US" altLang="ko-KR" dirty="0">
                <a:latin typeface="Courier New" panose="02070309020205020404" pitchFamily="49" charset="0"/>
                <a:cs typeface="Courier New" panose="02070309020205020404" pitchFamily="49" charset="0"/>
              </a:rPr>
              <a:t>$ tools/</a:t>
            </a:r>
            <a:r>
              <a:rPr lang="en-US" altLang="ko-KR" dirty="0" err="1">
                <a:latin typeface="Courier New" panose="02070309020205020404" pitchFamily="49" charset="0"/>
                <a:cs typeface="Courier New" panose="02070309020205020404" pitchFamily="49" charset="0"/>
              </a:rPr>
              <a:t>myprod</a:t>
            </a:r>
            <a:r>
              <a:rPr lang="en-US" altLang="ko-KR" dirty="0">
                <a:latin typeface="Courier New" panose="02070309020205020404" pitchFamily="49" charset="0"/>
                <a:cs typeface="Courier New" panose="02070309020205020404" pitchFamily="49" charset="0"/>
              </a:rPr>
              <a:t> 10 | sort –</a:t>
            </a:r>
            <a:r>
              <a:rPr lang="en-US" altLang="ko-KR" dirty="0" err="1">
                <a:latin typeface="Courier New" panose="02070309020205020404" pitchFamily="49" charset="0"/>
                <a:cs typeface="Courier New" panose="02070309020205020404" pitchFamily="49" charset="0"/>
              </a:rPr>
              <a:t>rn</a:t>
            </a:r>
            <a:r>
              <a:rPr lang="en-US" altLang="ko-KR" dirty="0">
                <a:latin typeface="Courier New" panose="02070309020205020404" pitchFamily="49" charset="0"/>
                <a:cs typeface="Courier New" panose="02070309020205020404" pitchFamily="49" charset="0"/>
              </a:rPr>
              <a:t> | </a:t>
            </a:r>
            <a:r>
              <a:rPr lang="en-US" altLang="ko-KR" dirty="0" err="1">
                <a:latin typeface="Courier New" panose="02070309020205020404" pitchFamily="49" charset="0"/>
                <a:cs typeface="Courier New" panose="02070309020205020404" pitchFamily="49" charset="0"/>
              </a:rPr>
              <a:t>wc</a:t>
            </a:r>
            <a:r>
              <a:rPr lang="en-US" altLang="ko-KR" dirty="0">
                <a:latin typeface="Courier New" panose="02070309020205020404" pitchFamily="49" charset="0"/>
                <a:cs typeface="Courier New" panose="02070309020205020404" pitchFamily="49" charset="0"/>
              </a:rPr>
              <a:t> –l &amp;</a:t>
            </a:r>
          </a:p>
          <a:p>
            <a:pPr lvl="1"/>
            <a:r>
              <a:rPr lang="en-US" altLang="ko-KR" dirty="0"/>
              <a:t>Executing foreground jobs after executing background jobs</a:t>
            </a:r>
          </a:p>
          <a:p>
            <a:pPr lvl="2"/>
            <a:r>
              <a:rPr lang="en-US" altLang="ko-KR" dirty="0">
                <a:latin typeface="Courier New" panose="02070309020205020404" pitchFamily="49" charset="0"/>
                <a:cs typeface="Courier New" panose="02070309020205020404" pitchFamily="49" charset="0"/>
              </a:rPr>
              <a:t>$ tools/</a:t>
            </a:r>
            <a:r>
              <a:rPr lang="en-US" altLang="ko-KR" dirty="0" err="1">
                <a:latin typeface="Courier New" panose="02070309020205020404" pitchFamily="49" charset="0"/>
                <a:cs typeface="Courier New" panose="02070309020205020404" pitchFamily="49" charset="0"/>
              </a:rPr>
              <a:t>myspin</a:t>
            </a:r>
            <a:r>
              <a:rPr lang="en-US" altLang="ko-KR" dirty="0">
                <a:latin typeface="Courier New" panose="02070309020205020404" pitchFamily="49" charset="0"/>
                <a:cs typeface="Courier New" panose="02070309020205020404" pitchFamily="49" charset="0"/>
              </a:rPr>
              <a:t> 10 &amp;, tools/</a:t>
            </a:r>
            <a:r>
              <a:rPr lang="en-US" altLang="ko-KR" dirty="0" err="1">
                <a:latin typeface="Courier New" panose="02070309020205020404" pitchFamily="49" charset="0"/>
                <a:cs typeface="Courier New" panose="02070309020205020404" pitchFamily="49" charset="0"/>
              </a:rPr>
              <a:t>myprod</a:t>
            </a:r>
            <a:r>
              <a:rPr lang="en-US" altLang="ko-KR" dirty="0">
                <a:latin typeface="Courier New" panose="02070309020205020404" pitchFamily="49" charset="0"/>
                <a:cs typeface="Courier New" panose="02070309020205020404" pitchFamily="49" charset="0"/>
              </a:rPr>
              <a:t> 3 | sort -</a:t>
            </a:r>
            <a:r>
              <a:rPr lang="en-US" altLang="ko-KR" dirty="0" err="1">
                <a:latin typeface="Courier New" panose="02070309020205020404" pitchFamily="49" charset="0"/>
                <a:cs typeface="Courier New" panose="02070309020205020404" pitchFamily="49" charset="0"/>
              </a:rPr>
              <a:t>rn</a:t>
            </a:r>
            <a:endParaRPr lang="en-US" altLang="ko-KR" dirty="0">
              <a:latin typeface="Courier New" panose="02070309020205020404" pitchFamily="49" charset="0"/>
              <a:cs typeface="Courier New" panose="02070309020205020404" pitchFamily="49" charset="0"/>
            </a:endParaRPr>
          </a:p>
          <a:p>
            <a:pPr lvl="1"/>
            <a:r>
              <a:rPr lang="en-US" altLang="ko-KR" dirty="0"/>
              <a:t>Printing out completion message of the background process</a:t>
            </a:r>
          </a:p>
          <a:p>
            <a:pPr lvl="2"/>
            <a:r>
              <a:rPr lang="en-US" altLang="ko-KR" dirty="0"/>
              <a:t>Printing out the job completion message at the </a:t>
            </a:r>
            <a:r>
              <a:rPr lang="en-US" altLang="ko-KR" dirty="0" err="1">
                <a:latin typeface="Courier New" panose="02070309020205020404" pitchFamily="49" charset="0"/>
                <a:cs typeface="Courier New" panose="02070309020205020404" pitchFamily="49" charset="0"/>
              </a:rPr>
              <a:t>check_bg_status</a:t>
            </a:r>
            <a:r>
              <a:rPr lang="en-US" altLang="ko-KR" dirty="0">
                <a:latin typeface="Courier New" panose="02070309020205020404" pitchFamily="49" charset="0"/>
                <a:cs typeface="Courier New" panose="02070309020205020404" pitchFamily="49" charset="0"/>
              </a:rPr>
              <a:t>()</a:t>
            </a:r>
            <a:r>
              <a:rPr lang="en-US" altLang="ko-KR" dirty="0"/>
              <a:t>, not at the signal handler</a:t>
            </a:r>
          </a:p>
          <a:p>
            <a:pPr lvl="2"/>
            <a:r>
              <a:rPr lang="en-US" altLang="ko-KR" dirty="0">
                <a:latin typeface="Courier New" panose="02070309020205020404" pitchFamily="49" charset="0"/>
                <a:cs typeface="Courier New" panose="02070309020205020404" pitchFamily="49" charset="0"/>
              </a:rPr>
              <a:t>$ tools/</a:t>
            </a:r>
            <a:r>
              <a:rPr lang="en-US" altLang="ko-KR" dirty="0" err="1">
                <a:latin typeface="Courier New" panose="02070309020205020404" pitchFamily="49" charset="0"/>
                <a:cs typeface="Courier New" panose="02070309020205020404" pitchFamily="49" charset="0"/>
              </a:rPr>
              <a:t>myspin</a:t>
            </a:r>
            <a:r>
              <a:rPr lang="en-US" altLang="ko-KR" dirty="0">
                <a:latin typeface="Courier New" panose="02070309020205020404" pitchFamily="49" charset="0"/>
                <a:cs typeface="Courier New" panose="02070309020205020404" pitchFamily="49" charset="0"/>
              </a:rPr>
              <a:t> 3 &amp;</a:t>
            </a:r>
          </a:p>
        </p:txBody>
      </p:sp>
    </p:spTree>
    <p:extLst>
      <p:ext uri="{BB962C8B-B14F-4D97-AF65-F5344CB8AC3E}">
        <p14:creationId xmlns:p14="http://schemas.microsoft.com/office/powerpoint/2010/main" val="6615547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p:cNvSpPr>
            <a:spLocks noGrp="1"/>
          </p:cNvSpPr>
          <p:nvPr>
            <p:ph type="sldNum" sz="quarter" idx="12"/>
          </p:nvPr>
        </p:nvSpPr>
        <p:spPr/>
        <p:txBody>
          <a:bodyPr/>
          <a:lstStyle/>
          <a:p>
            <a:pPr lvl="0">
              <a:defRPr/>
            </a:pPr>
            <a:r>
              <a:rPr lang="en-US" altLang="ko-KR" dirty="0"/>
              <a:t>-</a:t>
            </a:r>
            <a:fld id="{3D16D23B-24D6-455E-BBD7-6975BEA16FD4}" type="slidenum">
              <a:rPr lang="en-US" altLang="en-US"/>
              <a:pPr lvl="0">
                <a:defRPr/>
              </a:pPr>
              <a:t>46</a:t>
            </a:fld>
            <a:r>
              <a:rPr lang="en-US" altLang="ko-KR" dirty="0"/>
              <a:t>-</a:t>
            </a:r>
          </a:p>
        </p:txBody>
      </p:sp>
      <p:sp>
        <p:nvSpPr>
          <p:cNvPr id="3" name="제목 2"/>
          <p:cNvSpPr>
            <a:spLocks noGrp="1"/>
          </p:cNvSpPr>
          <p:nvPr>
            <p:ph type="title"/>
          </p:nvPr>
        </p:nvSpPr>
        <p:spPr/>
        <p:txBody>
          <a:bodyPr/>
          <a:lstStyle/>
          <a:p>
            <a:pPr lvl="0">
              <a:defRPr/>
            </a:pPr>
            <a:r>
              <a:rPr lang="en-US" altLang="ko-KR" dirty="0">
                <a:ea typeface="Tahoma" panose="020B0604030504040204" pitchFamily="34" charset="0"/>
              </a:rPr>
              <a:t>Submission</a:t>
            </a:r>
            <a:endParaRPr lang="ko-KR" altLang="en-US" dirty="0"/>
          </a:p>
        </p:txBody>
      </p:sp>
      <p:sp>
        <p:nvSpPr>
          <p:cNvPr id="4" name="텍스트 개체 틀 3"/>
          <p:cNvSpPr>
            <a:spLocks noGrp="1"/>
          </p:cNvSpPr>
          <p:nvPr>
            <p:ph type="body" sz="quarter" idx="13"/>
          </p:nvPr>
        </p:nvSpPr>
        <p:spPr/>
        <p:txBody>
          <a:bodyPr/>
          <a:lstStyle/>
          <a:p>
            <a:pPr lvl="0">
              <a:defRPr/>
            </a:pPr>
            <a:r>
              <a:rPr lang="en-US" altLang="ko-KR" dirty="0">
                <a:solidFill>
                  <a:srgbClr val="FF0000"/>
                </a:solidFill>
                <a:ea typeface="Tahoma" panose="020B0604030504040204" pitchFamily="34" charset="0"/>
              </a:rPr>
              <a:t>Deadline: ~ 2025. 11. 26 21:00</a:t>
            </a:r>
            <a:r>
              <a:rPr lang="ko-KR" altLang="en-US" dirty="0">
                <a:solidFill>
                  <a:srgbClr val="FF0000"/>
                </a:solidFill>
                <a:ea typeface="Tahoma" panose="020B0604030504040204" pitchFamily="34" charset="0"/>
              </a:rPr>
              <a:t> </a:t>
            </a:r>
            <a:endParaRPr lang="en-US" altLang="ko-KR" dirty="0">
              <a:solidFill>
                <a:srgbClr val="FF0000"/>
              </a:solidFill>
              <a:ea typeface="Tahoma" panose="020B0604030504040204" pitchFamily="34" charset="0"/>
            </a:endParaRPr>
          </a:p>
          <a:p>
            <a:pPr lvl="1">
              <a:defRPr/>
            </a:pPr>
            <a:r>
              <a:rPr lang="en-US" altLang="ko-KR" dirty="0">
                <a:ea typeface="Tahoma" panose="020B0604030504040204" pitchFamily="34" charset="0"/>
              </a:rPr>
              <a:t>0 Points</a:t>
            </a:r>
            <a:r>
              <a:rPr lang="ko-KR" altLang="en-US" dirty="0">
                <a:ea typeface="Tahoma" panose="020B0604030504040204" pitchFamily="34" charset="0"/>
              </a:rPr>
              <a:t> </a:t>
            </a:r>
            <a:r>
              <a:rPr lang="en-US" altLang="ko-KR" dirty="0">
                <a:ea typeface="Tahoma" panose="020B0604030504040204" pitchFamily="34" charset="0"/>
              </a:rPr>
              <a:t>if</a:t>
            </a:r>
            <a:r>
              <a:rPr lang="ko-KR" altLang="en-US" dirty="0">
                <a:ea typeface="Tahoma" panose="020B0604030504040204" pitchFamily="34" charset="0"/>
              </a:rPr>
              <a:t> </a:t>
            </a:r>
            <a:r>
              <a:rPr lang="en-US" altLang="ko-KR" dirty="0">
                <a:ea typeface="Tahoma" panose="020B0604030504040204" pitchFamily="34" charset="0"/>
              </a:rPr>
              <a:t>deadline is missed</a:t>
            </a:r>
          </a:p>
          <a:p>
            <a:pPr lvl="1">
              <a:defRPr/>
            </a:pPr>
            <a:r>
              <a:rPr lang="en-US" altLang="ko-KR" dirty="0">
                <a:ea typeface="Tahoma" panose="020B0604030504040204" pitchFamily="34" charset="0"/>
              </a:rPr>
              <a:t>0 Points for copying</a:t>
            </a:r>
          </a:p>
          <a:p>
            <a:pPr lvl="1">
              <a:defRPr/>
            </a:pPr>
            <a:endParaRPr lang="en-US" altLang="ko-KR" dirty="0">
              <a:ea typeface="Tahoma" panose="020B0604030504040204" pitchFamily="34" charset="0"/>
            </a:endParaRPr>
          </a:p>
          <a:p>
            <a:pPr lvl="1">
              <a:defRPr/>
            </a:pPr>
            <a:endParaRPr lang="en-US" altLang="ko-KR" dirty="0">
              <a:ea typeface="Tahoma" panose="020B0604030504040204" pitchFamily="34" charset="0"/>
            </a:endParaRPr>
          </a:p>
          <a:p>
            <a:pPr>
              <a:defRPr/>
            </a:pPr>
            <a:r>
              <a:rPr lang="en-US" altLang="ko-KR" sz="2400" dirty="0">
                <a:solidFill>
                  <a:schemeClr val="tx1"/>
                </a:solidFill>
                <a:ea typeface="Tahoma" panose="020B0604030504040204" pitchFamily="34" charset="0"/>
              </a:rPr>
              <a:t>Do not change the name and the prototype of the skeleton code</a:t>
            </a:r>
            <a:endParaRPr lang="en-US" altLang="ko-KR" dirty="0">
              <a:ea typeface="Tahoma" panose="020B0604030504040204" pitchFamily="34" charset="0"/>
            </a:endParaRPr>
          </a:p>
          <a:p>
            <a:r>
              <a:rPr lang="en-US" altLang="ko-KR" sz="2400" dirty="0">
                <a:solidFill>
                  <a:schemeClr val="tx1"/>
                </a:solidFill>
                <a:ea typeface="Tahoma" panose="020B0604030504040204" pitchFamily="34" charset="0"/>
              </a:rPr>
              <a:t>Directory name should be </a:t>
            </a:r>
            <a:r>
              <a:rPr lang="en-US" altLang="ko-KR" dirty="0">
                <a:solidFill>
                  <a:schemeClr val="tx1"/>
                </a:solidFill>
                <a:latin typeface="Courier New" panose="02070309020205020404" pitchFamily="49" charset="0"/>
                <a:ea typeface="Tahoma" panose="020B0604030504040204" pitchFamily="34" charset="0"/>
                <a:cs typeface="Courier New" panose="02070309020205020404" pitchFamily="49" charset="0"/>
              </a:rPr>
              <a:t>Y</a:t>
            </a:r>
            <a:r>
              <a:rPr lang="en-US" altLang="ko-KR" sz="2400" dirty="0">
                <a:solidFill>
                  <a:schemeClr val="tx1"/>
                </a:solidFill>
                <a:latin typeface="Courier New" panose="02070309020205020404" pitchFamily="49" charset="0"/>
                <a:ea typeface="Tahoma" panose="020B0604030504040204" pitchFamily="34" charset="0"/>
                <a:cs typeface="Courier New" panose="02070309020205020404" pitchFamily="49" charset="0"/>
              </a:rPr>
              <a:t>ourID_assign4 </a:t>
            </a:r>
            <a:r>
              <a:rPr lang="en-US" altLang="ko-KR" sz="1800" dirty="0">
                <a:solidFill>
                  <a:schemeClr val="tx1"/>
                </a:solidFill>
                <a:ea typeface="Tahoma" panose="020B0604030504040204" pitchFamily="34" charset="0"/>
              </a:rPr>
              <a:t>(ex.</a:t>
            </a:r>
            <a:r>
              <a:rPr lang="en-US" altLang="ko-KR" sz="1800" dirty="0">
                <a:solidFill>
                  <a:schemeClr val="tx1"/>
                </a:solidFill>
                <a:latin typeface="Courier New" panose="02070309020205020404" pitchFamily="49" charset="0"/>
                <a:ea typeface="Tahoma" panose="020B0604030504040204" pitchFamily="34" charset="0"/>
                <a:cs typeface="Courier New" panose="02070309020205020404" pitchFamily="49" charset="0"/>
              </a:rPr>
              <a:t>202500000_assign4)</a:t>
            </a:r>
          </a:p>
          <a:p>
            <a:r>
              <a:rPr lang="en-US" altLang="ko-KR" dirty="0">
                <a:ea typeface="Tahoma" panose="020B0604030504040204" pitchFamily="34" charset="0"/>
              </a:rPr>
              <a:t>Place the entire source codes in a single directory </a:t>
            </a:r>
            <a:r>
              <a:rPr lang="en-US" altLang="ko-KR" sz="2400" dirty="0">
                <a:solidFill>
                  <a:schemeClr val="tx1"/>
                </a:solidFill>
                <a:latin typeface="Courier New" panose="02070309020205020404" pitchFamily="49" charset="0"/>
                <a:ea typeface="Tahoma" panose="020B0604030504040204" pitchFamily="34" charset="0"/>
                <a:cs typeface="Courier New" panose="02070309020205020404" pitchFamily="49" charset="0"/>
              </a:rPr>
              <a:t>202500000_assign4</a:t>
            </a:r>
          </a:p>
          <a:p>
            <a:r>
              <a:rPr lang="en-US" altLang="ko-KR" sz="2400" dirty="0">
                <a:solidFill>
                  <a:schemeClr val="tx1"/>
                </a:solidFill>
                <a:latin typeface="Tahoma" panose="020B0604030504040204" pitchFamily="34" charset="0"/>
                <a:ea typeface="Tahoma" panose="020B0604030504040204" pitchFamily="34" charset="0"/>
                <a:cs typeface="Tahoma" panose="020B0604030504040204" pitchFamily="34" charset="0"/>
              </a:rPr>
              <a:t>Make a </a:t>
            </a:r>
            <a:r>
              <a:rPr lang="en-US" altLang="ko-KR" sz="2400" dirty="0" err="1">
                <a:solidFill>
                  <a:schemeClr val="tx1"/>
                </a:solidFill>
                <a:latin typeface="Tahoma" panose="020B0604030504040204" pitchFamily="34" charset="0"/>
                <a:ea typeface="Tahoma" panose="020B0604030504040204" pitchFamily="34" charset="0"/>
                <a:cs typeface="Tahoma" panose="020B0604030504040204" pitchFamily="34" charset="0"/>
              </a:rPr>
              <a:t>gzipped</a:t>
            </a:r>
            <a:r>
              <a:rPr lang="en-US" altLang="ko-KR" sz="2400" dirty="0">
                <a:solidFill>
                  <a:schemeClr val="tx1"/>
                </a:solidFill>
                <a:latin typeface="Tahoma" panose="020B0604030504040204" pitchFamily="34" charset="0"/>
                <a:ea typeface="Tahoma" panose="020B0604030504040204" pitchFamily="34" charset="0"/>
                <a:cs typeface="Tahoma" panose="020B0604030504040204" pitchFamily="34" charset="0"/>
              </a:rPr>
              <a:t> tar file for</a:t>
            </a:r>
            <a:r>
              <a:rPr lang="ko-KR" altLang="en-US" sz="2400" dirty="0">
                <a:solidFill>
                  <a:schemeClr val="tx1"/>
                </a:solidFill>
                <a:latin typeface="Tahoma" panose="020B0604030504040204" pitchFamily="34" charset="0"/>
                <a:cs typeface="Tahoma" panose="020B0604030504040204" pitchFamily="34" charset="0"/>
              </a:rPr>
              <a:t> </a:t>
            </a:r>
            <a:r>
              <a:rPr lang="en-US" altLang="ko-KR" sz="2400" dirty="0">
                <a:solidFill>
                  <a:schemeClr val="tx1"/>
                </a:solidFill>
                <a:latin typeface="Tahoma" panose="020B0604030504040204" pitchFamily="34" charset="0"/>
                <a:ea typeface="Tahoma" panose="020B0604030504040204" pitchFamily="34" charset="0"/>
                <a:cs typeface="Tahoma" panose="020B0604030504040204" pitchFamily="34" charset="0"/>
              </a:rPr>
              <a:t>submission</a:t>
            </a:r>
          </a:p>
          <a:p>
            <a:pPr lvl="1"/>
            <a:r>
              <a:rPr lang="en-US" altLang="ko-KR" dirty="0"/>
              <a:t>tar </a:t>
            </a:r>
            <a:r>
              <a:rPr lang="en-US" altLang="ko-KR" dirty="0" err="1"/>
              <a:t>zcf</a:t>
            </a:r>
            <a:r>
              <a:rPr lang="en-US" altLang="ko-KR" dirty="0"/>
              <a:t> 202500000_assign4.tar.gz 202500000_assign4</a:t>
            </a:r>
            <a:endParaRPr lang="en-US" altLang="ko-KR" dirty="0">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en-US" altLang="ko-KR" sz="2400" dirty="0">
                <a:solidFill>
                  <a:schemeClr val="tx1"/>
                </a:solidFill>
                <a:latin typeface="Tahoma" panose="020B0604030504040204" pitchFamily="34" charset="0"/>
                <a:ea typeface="Tahoma" panose="020B0604030504040204" pitchFamily="34" charset="0"/>
                <a:cs typeface="Tahoma" panose="020B0604030504040204" pitchFamily="34" charset="0"/>
              </a:rPr>
              <a:t>Submit</a:t>
            </a:r>
            <a:r>
              <a:rPr lang="ko-KR" alt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altLang="ko-KR" sz="2400" dirty="0">
                <a:solidFill>
                  <a:schemeClr val="tx1"/>
                </a:solidFill>
                <a:latin typeface="Tahoma" panose="020B0604030504040204" pitchFamily="34" charset="0"/>
                <a:ea typeface="Tahoma" panose="020B0604030504040204" pitchFamily="34" charset="0"/>
                <a:cs typeface="Tahoma" panose="020B0604030504040204" pitchFamily="34" charset="0"/>
              </a:rPr>
              <a:t>to</a:t>
            </a:r>
            <a:r>
              <a:rPr lang="ko-KR" altLang="en-US" sz="2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altLang="ko-KR" sz="2400" b="1" dirty="0" err="1">
                <a:solidFill>
                  <a:schemeClr val="tx1"/>
                </a:solidFill>
                <a:latin typeface="Tahoma" panose="020B0604030504040204" pitchFamily="34" charset="0"/>
                <a:ea typeface="Tahoma" panose="020B0604030504040204" pitchFamily="34" charset="0"/>
                <a:cs typeface="Tahoma" panose="020B0604030504040204" pitchFamily="34" charset="0"/>
              </a:rPr>
              <a:t>Claussum</a:t>
            </a:r>
            <a:r>
              <a:rPr lang="ko-KR" altLang="en-US" sz="2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altLang="ko-KR" sz="2400" dirty="0">
                <a:solidFill>
                  <a:schemeClr val="tx1"/>
                </a:solidFill>
                <a:latin typeface="Tahoma" panose="020B0604030504040204" pitchFamily="34" charset="0"/>
                <a:ea typeface="Tahoma" panose="020B0604030504040204" pitchFamily="34" charset="0"/>
                <a:cs typeface="Tahoma" panose="020B0604030504040204" pitchFamily="34" charset="0"/>
              </a:rPr>
              <a:t>submission</a:t>
            </a:r>
            <a:r>
              <a:rPr lang="ko-KR" alt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altLang="ko-KR" sz="2400" dirty="0">
                <a:solidFill>
                  <a:schemeClr val="tx1"/>
                </a:solidFill>
                <a:latin typeface="Tahoma" panose="020B0604030504040204" pitchFamily="34" charset="0"/>
                <a:ea typeface="Tahoma" panose="020B0604030504040204" pitchFamily="34" charset="0"/>
                <a:cs typeface="Tahoma" panose="020B0604030504040204" pitchFamily="34" charset="0"/>
              </a:rPr>
              <a:t>page</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5A49C294-8E94-92DF-2E49-15849A09ED8D}"/>
              </a:ext>
            </a:extLst>
          </p:cNvPr>
          <p:cNvSpPr>
            <a:spLocks noGrp="1"/>
          </p:cNvSpPr>
          <p:nvPr>
            <p:ph type="sldNum" sz="quarter" idx="12"/>
          </p:nvPr>
        </p:nvSpPr>
        <p:spPr/>
        <p:txBody>
          <a:bodyPr/>
          <a:lstStyle/>
          <a:p>
            <a:r>
              <a:rPr lang="en-US" altLang="ko-KR" dirty="0"/>
              <a:t>-</a:t>
            </a:r>
            <a:fld id="{3D16D23B-24D6-455E-BBD7-6975BEA16FD4}" type="slidenum">
              <a:rPr lang="ko-KR" altLang="en-US" smtClean="0"/>
              <a:pPr/>
              <a:t>47</a:t>
            </a:fld>
            <a:r>
              <a:rPr lang="en-US" altLang="ko-KR" dirty="0"/>
              <a:t>-</a:t>
            </a:r>
            <a:endParaRPr lang="ko-KR" altLang="en-US" dirty="0"/>
          </a:p>
        </p:txBody>
      </p:sp>
      <p:sp>
        <p:nvSpPr>
          <p:cNvPr id="3" name="제목 2">
            <a:extLst>
              <a:ext uri="{FF2B5EF4-FFF2-40B4-BE49-F238E27FC236}">
                <a16:creationId xmlns:a16="http://schemas.microsoft.com/office/drawing/2014/main" id="{0D6366AE-C22D-120D-6F3D-2A5734577EE1}"/>
              </a:ext>
            </a:extLst>
          </p:cNvPr>
          <p:cNvSpPr>
            <a:spLocks noGrp="1"/>
          </p:cNvSpPr>
          <p:nvPr>
            <p:ph type="title"/>
          </p:nvPr>
        </p:nvSpPr>
        <p:spPr/>
        <p:txBody>
          <a:bodyPr/>
          <a:lstStyle/>
          <a:p>
            <a:r>
              <a:rPr lang="en-US" altLang="ko-KR" dirty="0"/>
              <a:t>Out of bound of this shell lab</a:t>
            </a:r>
            <a:endParaRPr lang="ko-KR" altLang="en-US" dirty="0"/>
          </a:p>
        </p:txBody>
      </p:sp>
      <p:sp>
        <p:nvSpPr>
          <p:cNvPr id="4" name="텍스트 개체 틀 3">
            <a:extLst>
              <a:ext uri="{FF2B5EF4-FFF2-40B4-BE49-F238E27FC236}">
                <a16:creationId xmlns:a16="http://schemas.microsoft.com/office/drawing/2014/main" id="{41729068-45E0-19D4-0B32-4D3E5F0381C4}"/>
              </a:ext>
            </a:extLst>
          </p:cNvPr>
          <p:cNvSpPr>
            <a:spLocks noGrp="1"/>
          </p:cNvSpPr>
          <p:nvPr>
            <p:ph type="body" sz="quarter" idx="13"/>
          </p:nvPr>
        </p:nvSpPr>
        <p:spPr/>
        <p:txBody>
          <a:bodyPr/>
          <a:lstStyle/>
          <a:p>
            <a:r>
              <a:rPr lang="en-US" altLang="ko-KR" dirty="0"/>
              <a:t>Stop and continuing of the job (</a:t>
            </a:r>
            <a:r>
              <a:rPr lang="en-US" altLang="ko-KR" dirty="0">
                <a:latin typeface="Courier New" panose="02070309020205020404" pitchFamily="49" charset="0"/>
                <a:cs typeface="Courier New" panose="02070309020205020404" pitchFamily="49" charset="0"/>
              </a:rPr>
              <a:t>Ctrl + z</a:t>
            </a:r>
            <a:r>
              <a:rPr lang="en-US" altLang="ko-KR" dirty="0"/>
              <a:t>)</a:t>
            </a:r>
          </a:p>
          <a:p>
            <a:pPr lvl="1"/>
            <a:r>
              <a:rPr lang="en-US" altLang="ko-KR" dirty="0"/>
              <a:t>Handling </a:t>
            </a:r>
            <a:r>
              <a:rPr lang="en-US" altLang="ko-KR" dirty="0">
                <a:latin typeface="Courier New" panose="02070309020205020404" pitchFamily="49" charset="0"/>
                <a:cs typeface="Courier New" panose="02070309020205020404" pitchFamily="49" charset="0"/>
              </a:rPr>
              <a:t>SIGTST</a:t>
            </a:r>
            <a:endParaRPr lang="en-US" altLang="ko-KR" dirty="0"/>
          </a:p>
          <a:p>
            <a:r>
              <a:rPr lang="en-US" altLang="ko-KR" dirty="0"/>
              <a:t>Handling </a:t>
            </a:r>
            <a:r>
              <a:rPr lang="en-US" altLang="ko-KR" dirty="0">
                <a:latin typeface="Courier New" panose="02070309020205020404" pitchFamily="49" charset="0"/>
                <a:cs typeface="Courier New" panose="02070309020205020404" pitchFamily="49" charset="0"/>
              </a:rPr>
              <a:t>SIGPIPE</a:t>
            </a:r>
            <a:r>
              <a:rPr lang="en-US" altLang="ko-KR" dirty="0"/>
              <a:t> (Broken pipe handling - ignored by default)</a:t>
            </a:r>
          </a:p>
          <a:p>
            <a:pPr lvl="1"/>
            <a:r>
              <a:rPr lang="en-US" altLang="ko-KR" dirty="0">
                <a:latin typeface="Courier New" panose="02070309020205020404" pitchFamily="49" charset="0"/>
                <a:cs typeface="Courier New" panose="02070309020205020404" pitchFamily="49" charset="0"/>
              </a:rPr>
              <a:t>$ yes | head –n 100 </a:t>
            </a:r>
            <a:r>
              <a:rPr lang="en-US" altLang="ko-KR" dirty="0"/>
              <a:t>(does not stop until the Ctrl + c : understandable)</a:t>
            </a:r>
          </a:p>
          <a:p>
            <a:pPr lvl="1"/>
            <a:r>
              <a:rPr lang="en-US" altLang="ko-KR" dirty="0">
                <a:latin typeface="Courier New" panose="02070309020205020404" pitchFamily="49" charset="0"/>
                <a:cs typeface="Courier New" panose="02070309020205020404" pitchFamily="49" charset="0"/>
              </a:rPr>
              <a:t>$ yes | head –n 100 </a:t>
            </a:r>
            <a:r>
              <a:rPr lang="en-US" altLang="ko-KR" dirty="0"/>
              <a:t>(Broken pipe error : understandable)</a:t>
            </a:r>
          </a:p>
          <a:p>
            <a:r>
              <a:rPr lang="en-US" altLang="ko-KR" dirty="0"/>
              <a:t>Handling </a:t>
            </a:r>
            <a:r>
              <a:rPr lang="en-US" altLang="ko-KR" dirty="0">
                <a:latin typeface="Courier New" panose="02070309020205020404" pitchFamily="49" charset="0"/>
                <a:cs typeface="Courier New" panose="02070309020205020404" pitchFamily="49" charset="0"/>
              </a:rPr>
              <a:t>SIGTTOU </a:t>
            </a:r>
          </a:p>
          <a:p>
            <a:pPr lvl="1"/>
            <a:r>
              <a:rPr lang="en-US" altLang="ko-KR" dirty="0"/>
              <a:t>Terminal control on background process</a:t>
            </a:r>
          </a:p>
          <a:p>
            <a:pPr lvl="1"/>
            <a:r>
              <a:rPr lang="en-US" altLang="ko-KR" dirty="0"/>
              <a:t>Ignore the signal </a:t>
            </a:r>
            <a:r>
              <a:rPr lang="en-US" altLang="ko-KR" dirty="0">
                <a:latin typeface="Courier New" panose="02070309020205020404" pitchFamily="49" charset="0"/>
                <a:cs typeface="Courier New" panose="02070309020205020404" pitchFamily="49" charset="0"/>
              </a:rPr>
              <a:t>SIGTTOU</a:t>
            </a:r>
          </a:p>
          <a:p>
            <a:endParaRPr lang="en-US" altLang="ko-KR" dirty="0">
              <a:latin typeface="Courier New" panose="02070309020205020404" pitchFamily="49" charset="0"/>
              <a:cs typeface="Courier New" panose="02070309020205020404" pitchFamily="49" charset="0"/>
            </a:endParaRPr>
          </a:p>
          <a:p>
            <a:endParaRPr lang="en-US" altLang="ko-KR" dirty="0">
              <a:latin typeface="Courier New" panose="02070309020205020404" pitchFamily="49" charset="0"/>
              <a:cs typeface="Courier New" panose="02070309020205020404" pitchFamily="49" charset="0"/>
            </a:endParaRPr>
          </a:p>
          <a:p>
            <a:endParaRPr lang="ko-KR" altLang="en-US" dirty="0"/>
          </a:p>
        </p:txBody>
      </p:sp>
    </p:spTree>
    <p:extLst>
      <p:ext uri="{BB962C8B-B14F-4D97-AF65-F5344CB8AC3E}">
        <p14:creationId xmlns:p14="http://schemas.microsoft.com/office/powerpoint/2010/main" val="13522052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B97E4EE2-D9CD-4AA4-BFD1-C96B46F8A5A0}"/>
              </a:ext>
            </a:extLst>
          </p:cNvPr>
          <p:cNvSpPr>
            <a:spLocks noGrp="1"/>
          </p:cNvSpPr>
          <p:nvPr>
            <p:ph type="sldNum" sz="quarter" idx="12"/>
          </p:nvPr>
        </p:nvSpPr>
        <p:spPr/>
        <p:txBody>
          <a:bodyPr/>
          <a:lstStyle/>
          <a:p>
            <a:r>
              <a:rPr lang="en-US" altLang="ko-KR" dirty="0"/>
              <a:t>-</a:t>
            </a:r>
            <a:fld id="{3D16D23B-24D6-455E-BBD7-6975BEA16FD4}" type="slidenum">
              <a:rPr lang="ko-KR" altLang="en-US" smtClean="0"/>
              <a:pPr/>
              <a:t>48</a:t>
            </a:fld>
            <a:r>
              <a:rPr lang="en-US" altLang="ko-KR" dirty="0"/>
              <a:t>-</a:t>
            </a:r>
            <a:endParaRPr lang="ko-KR" altLang="en-US" dirty="0"/>
          </a:p>
        </p:txBody>
      </p:sp>
      <p:sp>
        <p:nvSpPr>
          <p:cNvPr id="3" name="제목 2">
            <a:extLst>
              <a:ext uri="{FF2B5EF4-FFF2-40B4-BE49-F238E27FC236}">
                <a16:creationId xmlns:a16="http://schemas.microsoft.com/office/drawing/2014/main" id="{B95C4E8F-22A2-4F79-96E0-85CA0441BBFE}"/>
              </a:ext>
            </a:extLst>
          </p:cNvPr>
          <p:cNvSpPr>
            <a:spLocks noGrp="1"/>
          </p:cNvSpPr>
          <p:nvPr>
            <p:ph type="title"/>
          </p:nvPr>
        </p:nvSpPr>
        <p:spPr/>
        <p:txBody>
          <a:bodyPr/>
          <a:lstStyle/>
          <a:p>
            <a:r>
              <a:rPr lang="en-US" altLang="ko-KR" dirty="0"/>
              <a:t>Grading</a:t>
            </a:r>
            <a:endParaRPr lang="ko-KR" altLang="en-US" dirty="0"/>
          </a:p>
        </p:txBody>
      </p:sp>
      <p:graphicFrame>
        <p:nvGraphicFramePr>
          <p:cNvPr id="5" name="표 5">
            <a:extLst>
              <a:ext uri="{FF2B5EF4-FFF2-40B4-BE49-F238E27FC236}">
                <a16:creationId xmlns:a16="http://schemas.microsoft.com/office/drawing/2014/main" id="{06CB274E-2564-4E49-B39D-0E45A331658F}"/>
              </a:ext>
            </a:extLst>
          </p:cNvPr>
          <p:cNvGraphicFramePr>
            <a:graphicFrameLocks noGrp="1"/>
          </p:cNvGraphicFramePr>
          <p:nvPr>
            <p:extLst>
              <p:ext uri="{D42A27DB-BD31-4B8C-83A1-F6EECF244321}">
                <p14:modId xmlns:p14="http://schemas.microsoft.com/office/powerpoint/2010/main" val="4228080687"/>
              </p:ext>
            </p:extLst>
          </p:nvPr>
        </p:nvGraphicFramePr>
        <p:xfrm>
          <a:off x="701606" y="1814045"/>
          <a:ext cx="4760686" cy="3229910"/>
        </p:xfrm>
        <a:graphic>
          <a:graphicData uri="http://schemas.openxmlformats.org/drawingml/2006/table">
            <a:tbl>
              <a:tblPr firstRow="1" bandRow="1">
                <a:tableStyleId>{5C22544A-7EE6-4342-B048-85BDC9FD1C3A}</a:tableStyleId>
              </a:tblPr>
              <a:tblGrid>
                <a:gridCol w="3526972">
                  <a:extLst>
                    <a:ext uri="{9D8B030D-6E8A-4147-A177-3AD203B41FA5}">
                      <a16:colId xmlns:a16="http://schemas.microsoft.com/office/drawing/2014/main" val="1463944272"/>
                    </a:ext>
                  </a:extLst>
                </a:gridCol>
                <a:gridCol w="1233714">
                  <a:extLst>
                    <a:ext uri="{9D8B030D-6E8A-4147-A177-3AD203B41FA5}">
                      <a16:colId xmlns:a16="http://schemas.microsoft.com/office/drawing/2014/main" val="3417033308"/>
                    </a:ext>
                  </a:extLst>
                </a:gridCol>
              </a:tblGrid>
              <a:tr h="389950">
                <a:tc>
                  <a:txBody>
                    <a:bodyPr/>
                    <a:lstStyle/>
                    <a:p>
                      <a:pPr latinLnBrk="1"/>
                      <a:r>
                        <a:rPr lang="en-US" altLang="ko-KR" dirty="0"/>
                        <a:t>Test cases</a:t>
                      </a:r>
                      <a:endParaRPr lang="ko-KR" altLang="en-US" dirty="0"/>
                    </a:p>
                  </a:txBody>
                  <a:tcPr/>
                </a:tc>
                <a:tc>
                  <a:txBody>
                    <a:bodyPr/>
                    <a:lstStyle/>
                    <a:p>
                      <a:pPr latinLnBrk="1"/>
                      <a:r>
                        <a:rPr lang="en-US" altLang="ko-KR" dirty="0"/>
                        <a:t>Points</a:t>
                      </a:r>
                      <a:endParaRPr lang="ko-KR" altLang="en-US" dirty="0"/>
                    </a:p>
                  </a:txBody>
                  <a:tcPr/>
                </a:tc>
                <a:extLst>
                  <a:ext uri="{0D108BD9-81ED-4DB2-BD59-A6C34878D82A}">
                    <a16:rowId xmlns:a16="http://schemas.microsoft.com/office/drawing/2014/main" val="415346524"/>
                  </a:ext>
                </a:extLst>
              </a:tr>
              <a:tr h="389950">
                <a:tc>
                  <a:txBody>
                    <a:bodyPr/>
                    <a:lstStyle/>
                    <a:p>
                      <a:pPr latinLnBrk="1"/>
                      <a:r>
                        <a:rPr lang="en-US" altLang="ko-KR" dirty="0"/>
                        <a:t>Single command (built-in &amp; external) (10)</a:t>
                      </a:r>
                      <a:endParaRPr lang="ko-KR" altLang="en-US" dirty="0"/>
                    </a:p>
                  </a:txBody>
                  <a:tcPr/>
                </a:tc>
                <a:tc rowSpan="5">
                  <a:txBody>
                    <a:bodyPr/>
                    <a:lstStyle/>
                    <a:p>
                      <a:pPr algn="ctr" latinLnBrk="1"/>
                      <a:r>
                        <a:rPr lang="en-US" altLang="ko-KR" dirty="0"/>
                        <a:t>100</a:t>
                      </a:r>
                      <a:endParaRPr lang="ko-KR" altLang="en-US" dirty="0"/>
                    </a:p>
                  </a:txBody>
                  <a:tcPr/>
                </a:tc>
                <a:extLst>
                  <a:ext uri="{0D108BD9-81ED-4DB2-BD59-A6C34878D82A}">
                    <a16:rowId xmlns:a16="http://schemas.microsoft.com/office/drawing/2014/main" val="3586797872"/>
                  </a:ext>
                </a:extLst>
              </a:tr>
              <a:tr h="389950">
                <a:tc>
                  <a:txBody>
                    <a:bodyPr/>
                    <a:lstStyle/>
                    <a:p>
                      <a:pPr latinLnBrk="1"/>
                      <a:r>
                        <a:rPr lang="en-US" altLang="ko-KR" dirty="0"/>
                        <a:t>I/O Redirection (10)</a:t>
                      </a:r>
                      <a:endParaRPr lang="ko-KR" altLang="en-US" dirty="0"/>
                    </a:p>
                  </a:txBody>
                  <a:tcPr/>
                </a:tc>
                <a:tc vMerge="1">
                  <a:txBody>
                    <a:bodyPr/>
                    <a:lstStyle/>
                    <a:p>
                      <a:pPr latinLnBrk="1"/>
                      <a:endParaRPr lang="ko-KR" altLang="en-US"/>
                    </a:p>
                  </a:txBody>
                  <a:tcPr/>
                </a:tc>
                <a:extLst>
                  <a:ext uri="{0D108BD9-81ED-4DB2-BD59-A6C34878D82A}">
                    <a16:rowId xmlns:a16="http://schemas.microsoft.com/office/drawing/2014/main" val="2069714965"/>
                  </a:ext>
                </a:extLst>
              </a:tr>
              <a:tr h="389950">
                <a:tc>
                  <a:txBody>
                    <a:bodyPr/>
                    <a:lstStyle/>
                    <a:p>
                      <a:pPr latinLnBrk="1"/>
                      <a:r>
                        <a:rPr lang="en-US" altLang="ko-KR" dirty="0"/>
                        <a:t>Pipelines (20)</a:t>
                      </a:r>
                      <a:endParaRPr lang="ko-KR" altLang="en-US" dirty="0"/>
                    </a:p>
                  </a:txBody>
                  <a:tcPr/>
                </a:tc>
                <a:tc vMerge="1">
                  <a:txBody>
                    <a:bodyPr/>
                    <a:lstStyle/>
                    <a:p>
                      <a:pPr latinLnBrk="1"/>
                      <a:endParaRPr lang="ko-KR" altLang="en-US" dirty="0"/>
                    </a:p>
                  </a:txBody>
                  <a:tcPr/>
                </a:tc>
                <a:extLst>
                  <a:ext uri="{0D108BD9-81ED-4DB2-BD59-A6C34878D82A}">
                    <a16:rowId xmlns:a16="http://schemas.microsoft.com/office/drawing/2014/main" val="4245882669"/>
                  </a:ext>
                </a:extLst>
              </a:tr>
              <a:tr h="389950">
                <a:tc>
                  <a:txBody>
                    <a:bodyPr/>
                    <a:lstStyle/>
                    <a:p>
                      <a:pPr latinLnBrk="1"/>
                      <a:r>
                        <a:rPr lang="en-US" altLang="ko-KR" dirty="0"/>
                        <a:t>Signals &amp; Interrupt (10)</a:t>
                      </a:r>
                      <a:endParaRPr lang="ko-KR" altLang="en-US" dirty="0"/>
                    </a:p>
                  </a:txBody>
                  <a:tcPr/>
                </a:tc>
                <a:tc vMerge="1">
                  <a:txBody>
                    <a:bodyPr/>
                    <a:lstStyle/>
                    <a:p>
                      <a:pPr latinLnBrk="1"/>
                      <a:endParaRPr lang="ko-KR" altLang="en-US" dirty="0"/>
                    </a:p>
                  </a:txBody>
                  <a:tcPr/>
                </a:tc>
                <a:extLst>
                  <a:ext uri="{0D108BD9-81ED-4DB2-BD59-A6C34878D82A}">
                    <a16:rowId xmlns:a16="http://schemas.microsoft.com/office/drawing/2014/main" val="4042160383"/>
                  </a:ext>
                </a:extLst>
              </a:tr>
              <a:tr h="389950">
                <a:tc>
                  <a:txBody>
                    <a:bodyPr/>
                    <a:lstStyle/>
                    <a:p>
                      <a:pPr latinLnBrk="1"/>
                      <a:r>
                        <a:rPr lang="en-US" altLang="ko-KR" dirty="0"/>
                        <a:t>Mixed Scenarios (50) </a:t>
                      </a:r>
                      <a:endParaRPr lang="ko-KR" altLang="en-US" dirty="0"/>
                    </a:p>
                  </a:txBody>
                  <a:tcPr/>
                </a:tc>
                <a:tc vMerge="1">
                  <a:txBody>
                    <a:bodyPr/>
                    <a:lstStyle/>
                    <a:p>
                      <a:pPr latinLnBrk="1"/>
                      <a:endParaRPr lang="ko-KR" altLang="en-US" dirty="0"/>
                    </a:p>
                  </a:txBody>
                  <a:tcPr/>
                </a:tc>
                <a:extLst>
                  <a:ext uri="{0D108BD9-81ED-4DB2-BD59-A6C34878D82A}">
                    <a16:rowId xmlns:a16="http://schemas.microsoft.com/office/drawing/2014/main" val="237828963"/>
                  </a:ext>
                </a:extLst>
              </a:tr>
              <a:tr h="389950">
                <a:tc>
                  <a:txBody>
                    <a:bodyPr/>
                    <a:lstStyle/>
                    <a:p>
                      <a:pPr latinLnBrk="1"/>
                      <a:r>
                        <a:rPr lang="en-US" altLang="ko-KR" dirty="0"/>
                        <a:t>Background process test</a:t>
                      </a:r>
                    </a:p>
                    <a:p>
                      <a:pPr latinLnBrk="1"/>
                      <a:r>
                        <a:rPr lang="en-US" altLang="ko-KR" dirty="0"/>
                        <a:t>(Extra credit)</a:t>
                      </a:r>
                      <a:endParaRPr lang="ko-KR" altLang="en-US" dirty="0"/>
                    </a:p>
                  </a:txBody>
                  <a:tcPr/>
                </a:tc>
                <a:tc>
                  <a:txBody>
                    <a:bodyPr/>
                    <a:lstStyle/>
                    <a:p>
                      <a:pPr algn="ctr" latinLnBrk="1"/>
                      <a:r>
                        <a:rPr lang="en-US" altLang="ko-KR" dirty="0"/>
                        <a:t>30</a:t>
                      </a:r>
                      <a:endParaRPr lang="ko-KR" altLang="en-US" dirty="0"/>
                    </a:p>
                  </a:txBody>
                  <a:tcPr/>
                </a:tc>
                <a:extLst>
                  <a:ext uri="{0D108BD9-81ED-4DB2-BD59-A6C34878D82A}">
                    <a16:rowId xmlns:a16="http://schemas.microsoft.com/office/drawing/2014/main" val="1524767991"/>
                  </a:ext>
                </a:extLst>
              </a:tr>
            </a:tbl>
          </a:graphicData>
        </a:graphic>
      </p:graphicFrame>
      <p:sp>
        <p:nvSpPr>
          <p:cNvPr id="6" name="텍스트 개체 틀 3">
            <a:extLst>
              <a:ext uri="{FF2B5EF4-FFF2-40B4-BE49-F238E27FC236}">
                <a16:creationId xmlns:a16="http://schemas.microsoft.com/office/drawing/2014/main" id="{8AB0F4AB-236D-4284-9C4D-A89B1A8D8948}"/>
              </a:ext>
            </a:extLst>
          </p:cNvPr>
          <p:cNvSpPr>
            <a:spLocks noGrp="1"/>
          </p:cNvSpPr>
          <p:nvPr>
            <p:ph type="body" sz="quarter" idx="13"/>
          </p:nvPr>
        </p:nvSpPr>
        <p:spPr bwMode="auto">
          <a:xfrm>
            <a:off x="5658077" y="1133639"/>
            <a:ext cx="6261652" cy="4799181"/>
          </a:xfrm>
        </p:spPr>
        <p:txBody>
          <a:bodyPr/>
          <a:lstStyle/>
          <a:p>
            <a:pPr>
              <a:lnSpc>
                <a:spcPct val="114999"/>
              </a:lnSpc>
              <a:defRPr/>
            </a:pPr>
            <a:r>
              <a:rPr lang="en-US" sz="2000" dirty="0">
                <a:solidFill>
                  <a:schemeClr val="tx1"/>
                </a:solidFill>
                <a:ea typeface="Tahoma" panose="020B0604030504040204" pitchFamily="34" charset="0"/>
              </a:rPr>
              <a:t>Notice</a:t>
            </a:r>
            <a:endParaRPr lang="en-US" sz="1800" dirty="0">
              <a:solidFill>
                <a:schemeClr val="tx1"/>
              </a:solidFill>
              <a:ea typeface="Tahoma" panose="020B0604030504040204" pitchFamily="34" charset="0"/>
            </a:endParaRPr>
          </a:p>
          <a:p>
            <a:pPr lvl="1">
              <a:lnSpc>
                <a:spcPct val="114999"/>
              </a:lnSpc>
              <a:buFont typeface="Wingdings"/>
              <a:buChar char="§"/>
              <a:defRPr/>
            </a:pPr>
            <a:r>
              <a:rPr lang="en-US" altLang="ko-KR" sz="1600" dirty="0"/>
              <a:t>Please read </a:t>
            </a:r>
            <a:r>
              <a:rPr lang="en-US" altLang="ko-KR" sz="1600" dirty="0">
                <a:latin typeface="Courier New" panose="02070309020205020404" pitchFamily="49" charset="0"/>
                <a:cs typeface="Courier New" panose="02070309020205020404" pitchFamily="49" charset="0"/>
              </a:rPr>
              <a:t>README.md </a:t>
            </a:r>
            <a:r>
              <a:rPr lang="en-US" altLang="ko-KR" sz="1600" dirty="0"/>
              <a:t>thoroughly before asking questions. More detailed instructions are there.</a:t>
            </a:r>
          </a:p>
          <a:p>
            <a:pPr lvl="1">
              <a:lnSpc>
                <a:spcPct val="114999"/>
              </a:lnSpc>
              <a:buFont typeface="Wingdings"/>
              <a:buChar char="§"/>
              <a:defRPr/>
            </a:pPr>
            <a:r>
              <a:rPr lang="en-US" altLang="ko-KR" sz="1600" dirty="0"/>
              <a:t>Please modify only the sections marked with </a:t>
            </a:r>
            <a:r>
              <a:rPr lang="en-US" altLang="ko-KR" sz="1600" b="1" dirty="0"/>
              <a:t>TODO</a:t>
            </a:r>
            <a:r>
              <a:rPr lang="en-US" altLang="ko-KR" sz="1600" dirty="0"/>
              <a:t> in the function.</a:t>
            </a:r>
          </a:p>
          <a:p>
            <a:pPr lvl="1">
              <a:lnSpc>
                <a:spcPct val="114999"/>
              </a:lnSpc>
              <a:buFont typeface="Wingdings"/>
              <a:buChar char="§"/>
              <a:defRPr/>
            </a:pPr>
            <a:r>
              <a:rPr lang="ko-KR" sz="1600" dirty="0" err="1">
                <a:solidFill>
                  <a:schemeClr val="tx1"/>
                </a:solidFill>
              </a:rPr>
              <a:t>Use</a:t>
            </a:r>
            <a:r>
              <a:rPr lang="en-US" sz="1600" dirty="0">
                <a:solidFill>
                  <a:schemeClr val="tx1"/>
                </a:solidFill>
                <a:ea typeface="Tahoma" panose="020B0604030504040204" pitchFamily="34" charset="0"/>
              </a:rPr>
              <a:t> </a:t>
            </a:r>
            <a:r>
              <a:rPr lang="en-US" altLang="ko-KR" sz="1600" i="0" dirty="0" err="1">
                <a:solidFill>
                  <a:srgbClr val="0070C0"/>
                </a:solidFill>
              </a:rPr>
              <a:t>sample_snush</a:t>
            </a:r>
            <a:r>
              <a:rPr lang="ko-KR" sz="1600" dirty="0">
                <a:solidFill>
                  <a:schemeClr val="tx1"/>
                </a:solidFill>
              </a:rPr>
              <a:t> </a:t>
            </a:r>
            <a:r>
              <a:rPr lang="ko-KR" sz="1600" dirty="0" err="1">
                <a:solidFill>
                  <a:schemeClr val="tx1"/>
                </a:solidFill>
              </a:rPr>
              <a:t>in</a:t>
            </a:r>
            <a:r>
              <a:rPr lang="ko-KR" sz="1600" dirty="0">
                <a:solidFill>
                  <a:schemeClr val="tx1"/>
                </a:solidFill>
              </a:rPr>
              <a:t> </a:t>
            </a:r>
            <a:r>
              <a:rPr lang="en-US" altLang="ko-KR" sz="1600" dirty="0">
                <a:solidFill>
                  <a:schemeClr val="tx1"/>
                </a:solidFill>
              </a:rPr>
              <a:t>lab4_shell/</a:t>
            </a:r>
            <a:r>
              <a:rPr lang="ko-KR" sz="1600" dirty="0">
                <a:solidFill>
                  <a:schemeClr val="tx1"/>
                </a:solidFill>
              </a:rPr>
              <a:t> </a:t>
            </a:r>
            <a:r>
              <a:rPr lang="en-US" altLang="ko-KR" sz="1600" dirty="0">
                <a:solidFill>
                  <a:schemeClr val="tx1"/>
                </a:solidFill>
              </a:rPr>
              <a:t>or </a:t>
            </a:r>
            <a:r>
              <a:rPr lang="en-US" altLang="ko-KR" sz="1600" dirty="0">
                <a:solidFill>
                  <a:schemeClr val="accent2"/>
                </a:solidFill>
              </a:rPr>
              <a:t>/bin/bash </a:t>
            </a:r>
            <a:r>
              <a:rPr lang="en-US" altLang="ko-KR" sz="1600" dirty="0">
                <a:solidFill>
                  <a:schemeClr val="tx1"/>
                </a:solidFill>
              </a:rPr>
              <a:t>as a reference for test comparison</a:t>
            </a:r>
          </a:p>
          <a:p>
            <a:pPr lvl="1">
              <a:lnSpc>
                <a:spcPct val="114999"/>
              </a:lnSpc>
              <a:buFont typeface="Wingdings"/>
              <a:buChar char="§"/>
              <a:defRPr/>
            </a:pPr>
            <a:endParaRPr lang="en-US" sz="2000" dirty="0">
              <a:ea typeface="Tahoma" panose="020B0604030504040204" pitchFamily="34" charset="0"/>
            </a:endParaRPr>
          </a:p>
          <a:p>
            <a:pPr lvl="0">
              <a:lnSpc>
                <a:spcPct val="114999"/>
              </a:lnSpc>
              <a:defRPr/>
            </a:pPr>
            <a:r>
              <a:rPr lang="ko-KR" sz="2000" dirty="0" err="1">
                <a:solidFill>
                  <a:schemeClr val="tx1"/>
                </a:solidFill>
              </a:rPr>
              <a:t>Penalt</a:t>
            </a:r>
            <a:r>
              <a:rPr lang="en-US" altLang="ko-KR" sz="2000" dirty="0">
                <a:solidFill>
                  <a:schemeClr val="tx1"/>
                </a:solidFill>
              </a:rPr>
              <a:t>y</a:t>
            </a:r>
            <a:endParaRPr lang="ko-KR" sz="1800" dirty="0">
              <a:solidFill>
                <a:schemeClr val="tx1"/>
              </a:solidFill>
            </a:endParaRPr>
          </a:p>
          <a:p>
            <a:pPr lvl="1">
              <a:lnSpc>
                <a:spcPct val="114999"/>
              </a:lnSpc>
              <a:buFont typeface="Wingdings"/>
              <a:buChar char="§"/>
              <a:defRPr/>
            </a:pPr>
            <a:r>
              <a:rPr lang="en-US" sz="1600" dirty="0">
                <a:solidFill>
                  <a:schemeClr val="tx1"/>
                </a:solidFill>
                <a:ea typeface="Tahoma" panose="020B0604030504040204" pitchFamily="34" charset="0"/>
              </a:rPr>
              <a:t>If the </a:t>
            </a:r>
            <a:r>
              <a:rPr lang="en-US" sz="1600" dirty="0">
                <a:solidFill>
                  <a:srgbClr val="FF0000"/>
                </a:solidFill>
                <a:ea typeface="Tahoma" panose="020B0604030504040204" pitchFamily="34" charset="0"/>
              </a:rPr>
              <a:t>submission format</a:t>
            </a:r>
            <a:r>
              <a:rPr lang="en-US" sz="1600" dirty="0">
                <a:solidFill>
                  <a:schemeClr val="tx1"/>
                </a:solidFill>
                <a:ea typeface="Tahoma" panose="020B0604030504040204" pitchFamily="34" charset="0"/>
              </a:rPr>
              <a:t> is violated:</a:t>
            </a:r>
            <a:r>
              <a:rPr lang="ko-KR" sz="1600" dirty="0">
                <a:solidFill>
                  <a:schemeClr val="tx1"/>
                </a:solidFill>
              </a:rPr>
              <a:t> </a:t>
            </a:r>
            <a:endParaRPr sz="1600" dirty="0">
              <a:solidFill>
                <a:schemeClr val="tx1"/>
              </a:solidFill>
              <a:ea typeface="Tahoma" panose="020B0604030504040204" pitchFamily="34" charset="0"/>
            </a:endParaRPr>
          </a:p>
          <a:p>
            <a:pPr lvl="2">
              <a:lnSpc>
                <a:spcPct val="114999"/>
              </a:lnSpc>
              <a:buFont typeface="Wingdings"/>
              <a:buChar char="§"/>
              <a:defRPr/>
            </a:pPr>
            <a:r>
              <a:rPr lang="en-US" sz="1400" dirty="0">
                <a:solidFill>
                  <a:schemeClr val="tx1"/>
                </a:solidFill>
                <a:ea typeface="Tahoma" panose="020B0604030504040204" pitchFamily="34" charset="0"/>
              </a:rPr>
              <a:t>-10 points</a:t>
            </a:r>
            <a:endParaRPr sz="2000" dirty="0">
              <a:solidFill>
                <a:schemeClr val="tx1"/>
              </a:solidFill>
              <a:ea typeface="Tahoma" panose="020B0604030504040204" pitchFamily="34" charset="0"/>
            </a:endParaRPr>
          </a:p>
          <a:p>
            <a:pPr lvl="1">
              <a:lnSpc>
                <a:spcPct val="114999"/>
              </a:lnSpc>
              <a:buFont typeface="Wingdings"/>
              <a:buChar char="§"/>
              <a:defRPr/>
            </a:pPr>
            <a:r>
              <a:rPr lang="en-US" sz="1600" dirty="0">
                <a:solidFill>
                  <a:schemeClr val="tx1"/>
                </a:solidFill>
                <a:ea typeface="Tahoma" panose="020B0604030504040204" pitchFamily="34" charset="0"/>
              </a:rPr>
              <a:t>If your code produces any </a:t>
            </a:r>
            <a:r>
              <a:rPr lang="en-US" sz="1600" dirty="0">
                <a:solidFill>
                  <a:srgbClr val="FF0000"/>
                </a:solidFill>
                <a:ea typeface="Tahoma" panose="020B0604030504040204" pitchFamily="34" charset="0"/>
              </a:rPr>
              <a:t>compiler warnings</a:t>
            </a:r>
            <a:r>
              <a:rPr lang="en-US" sz="1600" dirty="0">
                <a:solidFill>
                  <a:schemeClr val="tx1"/>
                </a:solidFill>
                <a:ea typeface="Tahoma" panose="020B0604030504040204" pitchFamily="34" charset="0"/>
              </a:rPr>
              <a:t>:</a:t>
            </a:r>
            <a:endParaRPr lang="en-US" sz="2600" dirty="0">
              <a:solidFill>
                <a:schemeClr val="tx1"/>
              </a:solidFill>
              <a:ea typeface="Tahoma" panose="020B0604030504040204" pitchFamily="34" charset="0"/>
            </a:endParaRPr>
          </a:p>
          <a:p>
            <a:pPr lvl="2">
              <a:lnSpc>
                <a:spcPct val="114999"/>
              </a:lnSpc>
              <a:buFont typeface="Wingdings"/>
              <a:buChar char="§"/>
              <a:defRPr/>
            </a:pPr>
            <a:r>
              <a:rPr lang="en-US" sz="1400" dirty="0">
                <a:solidFill>
                  <a:schemeClr val="tx1"/>
                </a:solidFill>
                <a:ea typeface="Tahoma" panose="020B0604030504040204" pitchFamily="34" charset="0"/>
              </a:rPr>
              <a:t>w/ gcc800:  -</a:t>
            </a:r>
            <a:r>
              <a:rPr lang="en-US" altLang="ko-KR" sz="1400" dirty="0">
                <a:solidFill>
                  <a:schemeClr val="tx1"/>
                </a:solidFill>
              </a:rPr>
              <a:t>5</a:t>
            </a:r>
            <a:r>
              <a:rPr lang="en-US" sz="1400" dirty="0">
                <a:solidFill>
                  <a:schemeClr val="tx1"/>
                </a:solidFill>
                <a:ea typeface="Tahoma" panose="020B0604030504040204" pitchFamily="34" charset="0"/>
              </a:rPr>
              <a:t> points</a:t>
            </a:r>
            <a:endParaRPr lang="en-US" sz="2200" dirty="0">
              <a:solidFill>
                <a:schemeClr val="tx1"/>
              </a:solidFill>
              <a:ea typeface="Tahoma" panose="020B0604030504040204" pitchFamily="34" charset="0"/>
            </a:endParaRPr>
          </a:p>
          <a:p>
            <a:pPr lvl="2">
              <a:lnSpc>
                <a:spcPct val="114999"/>
              </a:lnSpc>
              <a:buFont typeface="Wingdings"/>
              <a:buChar char="§"/>
              <a:defRPr/>
            </a:pPr>
            <a:r>
              <a:rPr lang="en-US" sz="1400" dirty="0">
                <a:solidFill>
                  <a:schemeClr val="tx1"/>
                </a:solidFill>
                <a:ea typeface="Tahoma" panose="020B0604030504040204" pitchFamily="34" charset="0"/>
              </a:rPr>
              <a:t>w/ </a:t>
            </a:r>
            <a:r>
              <a:rPr lang="en-US" sz="1400" dirty="0" err="1">
                <a:solidFill>
                  <a:schemeClr val="tx1"/>
                </a:solidFill>
                <a:ea typeface="Tahoma" panose="020B0604030504040204" pitchFamily="34" charset="0"/>
              </a:rPr>
              <a:t>gcc</a:t>
            </a:r>
            <a:r>
              <a:rPr lang="en-US" sz="1400" dirty="0">
                <a:solidFill>
                  <a:schemeClr val="tx1"/>
                </a:solidFill>
                <a:ea typeface="Tahoma" panose="020B0604030504040204" pitchFamily="34" charset="0"/>
              </a:rPr>
              <a:t>: The test case score becomes 0</a:t>
            </a:r>
            <a:endParaRPr sz="1800" dirty="0">
              <a:ea typeface="Tahoma" panose="020B0604030504040204" pitchFamily="34" charset="0"/>
            </a:endParaRPr>
          </a:p>
        </p:txBody>
      </p:sp>
    </p:spTree>
    <p:extLst>
      <p:ext uri="{BB962C8B-B14F-4D97-AF65-F5344CB8AC3E}">
        <p14:creationId xmlns:p14="http://schemas.microsoft.com/office/powerpoint/2010/main" val="38920250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4215EC4-6A25-41BE-F0FD-41615F1A0111}"/>
              </a:ext>
            </a:extLst>
          </p:cNvPr>
          <p:cNvSpPr>
            <a:spLocks noGrp="1"/>
          </p:cNvSpPr>
          <p:nvPr>
            <p:ph type="ctrTitle"/>
          </p:nvPr>
        </p:nvSpPr>
        <p:spPr/>
        <p:txBody>
          <a:bodyPr/>
          <a:lstStyle/>
          <a:p>
            <a:r>
              <a:rPr lang="en-US" altLang="ko-KR" dirty="0"/>
              <a:t>THANK YOU</a:t>
            </a:r>
            <a:endParaRPr lang="ko-KR" altLang="en-US" dirty="0"/>
          </a:p>
        </p:txBody>
      </p:sp>
      <p:sp>
        <p:nvSpPr>
          <p:cNvPr id="3" name="부제목 2">
            <a:extLst>
              <a:ext uri="{FF2B5EF4-FFF2-40B4-BE49-F238E27FC236}">
                <a16:creationId xmlns:a16="http://schemas.microsoft.com/office/drawing/2014/main" id="{86F94D06-84D7-8D79-DB95-9EA7DE78E581}"/>
              </a:ext>
            </a:extLst>
          </p:cNvPr>
          <p:cNvSpPr>
            <a:spLocks noGrp="1"/>
          </p:cNvSpPr>
          <p:nvPr>
            <p:ph type="subTitle" idx="1"/>
          </p:nvPr>
        </p:nvSpPr>
        <p:spPr/>
        <p:txBody>
          <a:bodyPr/>
          <a:lstStyle/>
          <a:p>
            <a:r>
              <a:rPr lang="en-US" altLang="ko-KR" dirty="0"/>
              <a:t>Q &amp; A</a:t>
            </a:r>
            <a:endParaRPr lang="ko-KR" altLang="en-US" dirty="0"/>
          </a:p>
        </p:txBody>
      </p:sp>
    </p:spTree>
    <p:extLst>
      <p:ext uri="{BB962C8B-B14F-4D97-AF65-F5344CB8AC3E}">
        <p14:creationId xmlns:p14="http://schemas.microsoft.com/office/powerpoint/2010/main" val="18826323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9A4F816-E5D8-E904-CA7E-601F38E30ADE}"/>
              </a:ext>
            </a:extLst>
          </p:cNvPr>
          <p:cNvSpPr>
            <a:spLocks noGrp="1"/>
          </p:cNvSpPr>
          <p:nvPr>
            <p:ph type="ctrTitle"/>
          </p:nvPr>
        </p:nvSpPr>
        <p:spPr/>
        <p:txBody>
          <a:bodyPr/>
          <a:lstStyle/>
          <a:p>
            <a:r>
              <a:rPr lang="en-US" altLang="ko-KR" dirty="0"/>
              <a:t>Appendix</a:t>
            </a:r>
            <a:endParaRPr lang="ko-KR" altLang="en-US" dirty="0"/>
          </a:p>
        </p:txBody>
      </p:sp>
      <p:sp>
        <p:nvSpPr>
          <p:cNvPr id="3" name="부제목 2">
            <a:extLst>
              <a:ext uri="{FF2B5EF4-FFF2-40B4-BE49-F238E27FC236}">
                <a16:creationId xmlns:a16="http://schemas.microsoft.com/office/drawing/2014/main" id="{C298A6C8-ACAA-6082-3378-5E0466821C2D}"/>
              </a:ext>
            </a:extLst>
          </p:cNvPr>
          <p:cNvSpPr>
            <a:spLocks noGrp="1"/>
          </p:cNvSpPr>
          <p:nvPr>
            <p:ph type="subTitle" idx="1"/>
          </p:nvPr>
        </p:nvSpPr>
        <p:spPr/>
        <p:txBody>
          <a:bodyPr/>
          <a:lstStyle/>
          <a:p>
            <a:endParaRPr lang="ko-KR" altLang="en-US"/>
          </a:p>
        </p:txBody>
      </p:sp>
    </p:spTree>
    <p:extLst>
      <p:ext uri="{BB962C8B-B14F-4D97-AF65-F5344CB8AC3E}">
        <p14:creationId xmlns:p14="http://schemas.microsoft.com/office/powerpoint/2010/main" val="14813048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p:cNvSpPr>
            <a:spLocks noGrp="1"/>
          </p:cNvSpPr>
          <p:nvPr>
            <p:ph type="sldNum" sz="quarter" idx="12"/>
          </p:nvPr>
        </p:nvSpPr>
        <p:spPr/>
        <p:txBody>
          <a:bodyPr/>
          <a:lstStyle/>
          <a:p>
            <a:pPr lvl="0">
              <a:defRPr/>
            </a:pPr>
            <a:r>
              <a:rPr lang="en-US" altLang="ko-KR" dirty="0"/>
              <a:t>-</a:t>
            </a:r>
            <a:fld id="{3D16D23B-24D6-455E-BBD7-6975BEA16FD4}" type="slidenum">
              <a:rPr lang="en-US" altLang="en-US"/>
              <a:pPr lvl="0">
                <a:defRPr/>
              </a:pPr>
              <a:t>51</a:t>
            </a:fld>
            <a:r>
              <a:rPr lang="en-US" altLang="ko-KR" dirty="0"/>
              <a:t>-</a:t>
            </a:r>
          </a:p>
        </p:txBody>
      </p:sp>
      <p:sp>
        <p:nvSpPr>
          <p:cNvPr id="3" name="제목 2"/>
          <p:cNvSpPr>
            <a:spLocks noGrp="1"/>
          </p:cNvSpPr>
          <p:nvPr>
            <p:ph type="title"/>
          </p:nvPr>
        </p:nvSpPr>
        <p:spPr/>
        <p:txBody>
          <a:bodyPr/>
          <a:lstStyle/>
          <a:p>
            <a:pPr lvl="0">
              <a:defRPr/>
            </a:pPr>
            <a:r>
              <a:rPr lang="en-US" altLang="ko-KR" dirty="0"/>
              <a:t>The Result of Parsing in </a:t>
            </a:r>
            <a:r>
              <a:rPr lang="en-US" altLang="ko-KR" dirty="0" err="1"/>
              <a:t>snush</a:t>
            </a:r>
            <a:endParaRPr lang="ko-KR" altLang="en-US" dirty="0"/>
          </a:p>
        </p:txBody>
      </p:sp>
      <p:sp>
        <p:nvSpPr>
          <p:cNvPr id="4" name="텍스트 개체 틀 3"/>
          <p:cNvSpPr>
            <a:spLocks noGrp="1"/>
          </p:cNvSpPr>
          <p:nvPr>
            <p:ph type="body" sz="quarter" idx="13"/>
          </p:nvPr>
        </p:nvSpPr>
        <p:spPr>
          <a:xfrm>
            <a:off x="350981" y="930664"/>
            <a:ext cx="11369963" cy="5140325"/>
          </a:xfrm>
        </p:spPr>
        <p:txBody>
          <a:bodyPr/>
          <a:lstStyle/>
          <a:p>
            <a:pPr lvl="0">
              <a:defRPr/>
            </a:pPr>
            <a:r>
              <a:rPr lang="en-US" altLang="ko-KR" dirty="0">
                <a:ea typeface="Tahoma" panose="020B0604030504040204" pitchFamily="34" charset="0"/>
              </a:rPr>
              <a:t>Set env. variable (</a:t>
            </a:r>
            <a:r>
              <a:rPr lang="en-US" altLang="ko-KR" dirty="0">
                <a:latin typeface="Courier New" panose="02070309020205020404" pitchFamily="49" charset="0"/>
                <a:ea typeface="Tahoma" panose="020B0604030504040204" pitchFamily="34" charset="0"/>
                <a:cs typeface="Courier New" panose="02070309020205020404" pitchFamily="49" charset="0"/>
              </a:rPr>
              <a:t>DEBUG</a:t>
            </a:r>
            <a:r>
              <a:rPr lang="en-US" altLang="ko-KR" dirty="0">
                <a:ea typeface="Tahoma" panose="020B0604030504040204" pitchFamily="34" charset="0"/>
              </a:rPr>
              <a:t>) before running your shell to see the tokenized output</a:t>
            </a:r>
          </a:p>
          <a:p>
            <a:pPr lvl="1">
              <a:defRPr/>
            </a:pPr>
            <a:r>
              <a:rPr lang="en-US" altLang="ko-KR" dirty="0">
                <a:ea typeface="Tahoma" panose="020B0604030504040204" pitchFamily="34" charset="0"/>
              </a:rPr>
              <a:t>$ </a:t>
            </a:r>
            <a:r>
              <a:rPr lang="en-US" altLang="ko-KR" dirty="0">
                <a:latin typeface="Courier New" panose="02070309020205020404" pitchFamily="49" charset="0"/>
                <a:ea typeface="Tahoma" panose="020B0604030504040204" pitchFamily="34" charset="0"/>
                <a:cs typeface="Courier New" panose="02070309020205020404" pitchFamily="49" charset="0"/>
              </a:rPr>
              <a:t>export DEBUG=1 </a:t>
            </a:r>
          </a:p>
          <a:p>
            <a:pPr lvl="1">
              <a:defRPr/>
            </a:pPr>
            <a:r>
              <a:rPr lang="en-US" altLang="ko-KR" dirty="0">
                <a:ea typeface="Tahoma" panose="020B0604030504040204" pitchFamily="34" charset="0"/>
              </a:rPr>
              <a:t>$ </a:t>
            </a:r>
            <a:r>
              <a:rPr lang="en-US" altLang="ko-KR" dirty="0">
                <a:latin typeface="Courier New" panose="02070309020205020404" pitchFamily="49" charset="0"/>
                <a:ea typeface="Tahoma" panose="020B0604030504040204" pitchFamily="34" charset="0"/>
                <a:cs typeface="Courier New" panose="02070309020205020404" pitchFamily="49" charset="0"/>
              </a:rPr>
              <a:t>unset DEBUG </a:t>
            </a:r>
            <a:r>
              <a:rPr lang="en-US" altLang="ko-KR" dirty="0">
                <a:ea typeface="Tahoma" panose="020B0604030504040204" pitchFamily="34" charset="0"/>
              </a:rPr>
              <a:t>(to turn it off)</a:t>
            </a:r>
          </a:p>
          <a:p>
            <a:pPr lvl="1">
              <a:defRPr/>
            </a:pPr>
            <a:endParaRPr lang="en-US" altLang="ko-KR" dirty="0">
              <a:ea typeface="Tahoma" panose="020B0604030504040204" pitchFamily="34" charset="0"/>
            </a:endParaRPr>
          </a:p>
          <a:p>
            <a:pPr lvl="0">
              <a:defRPr/>
            </a:pPr>
            <a:r>
              <a:rPr lang="en-US" altLang="ko-KR" dirty="0">
                <a:ea typeface="Tahoma" panose="020B0604030504040204" pitchFamily="34" charset="0"/>
              </a:rPr>
              <a:t>Example of how the </a:t>
            </a:r>
            <a:r>
              <a:rPr lang="en-US" altLang="ko-KR" dirty="0" err="1">
                <a:ea typeface="Tahoma" panose="020B0604030504040204" pitchFamily="34" charset="0"/>
              </a:rPr>
              <a:t>lex_line</a:t>
            </a:r>
            <a:r>
              <a:rPr lang="en-US" altLang="ko-KR" dirty="0">
                <a:ea typeface="Tahoma" panose="020B0604030504040204" pitchFamily="34" charset="0"/>
              </a:rPr>
              <a:t>() function works</a:t>
            </a:r>
          </a:p>
          <a:p>
            <a:pPr lvl="1">
              <a:defRPr/>
            </a:pPr>
            <a:r>
              <a:rPr lang="en-US" altLang="ko-KR" dirty="0">
                <a:ea typeface="Tahoma" panose="020B0604030504040204" pitchFamily="34" charset="0"/>
              </a:rPr>
              <a:t>$ </a:t>
            </a:r>
            <a:r>
              <a:rPr lang="en-US" altLang="ko-KR" dirty="0">
                <a:latin typeface="Courier New" panose="02070309020205020404" pitchFamily="49" charset="0"/>
                <a:ea typeface="Tahoma" panose="020B0604030504040204" pitchFamily="34" charset="0"/>
                <a:cs typeface="Courier New" panose="02070309020205020404" pitchFamily="49" charset="0"/>
              </a:rPr>
              <a:t>ls | sort &gt; output &amp;</a:t>
            </a:r>
          </a:p>
          <a:p>
            <a:pPr lvl="1">
              <a:defRPr/>
            </a:pPr>
            <a:endParaRPr lang="en-US" altLang="ko-KR" dirty="0"/>
          </a:p>
          <a:p>
            <a:pPr lvl="0">
              <a:defRPr/>
            </a:pPr>
            <a:r>
              <a:rPr lang="en-US" altLang="ko-KR" dirty="0">
                <a:ea typeface="Tahoma" panose="020B0604030504040204" pitchFamily="34" charset="0"/>
              </a:rPr>
              <a:t>Syntax check</a:t>
            </a:r>
          </a:p>
          <a:p>
            <a:pPr lvl="1">
              <a:defRPr/>
            </a:pPr>
            <a:r>
              <a:rPr lang="en-US" altLang="ko-KR" dirty="0"/>
              <a:t>Function </a:t>
            </a:r>
            <a:r>
              <a:rPr lang="en-US" altLang="ko-KR" dirty="0" err="1">
                <a:latin typeface="Courier New" panose="02070309020205020404" pitchFamily="49" charset="0"/>
                <a:cs typeface="Courier New" panose="02070309020205020404" pitchFamily="49" charset="0"/>
              </a:rPr>
              <a:t>syntax_check</a:t>
            </a:r>
            <a:r>
              <a:rPr lang="en-US" altLang="ko-KR" dirty="0">
                <a:latin typeface="Courier New" panose="02070309020205020404" pitchFamily="49" charset="0"/>
                <a:cs typeface="Courier New" panose="02070309020205020404" pitchFamily="49" charset="0"/>
              </a:rPr>
              <a:t>()</a:t>
            </a:r>
          </a:p>
          <a:p>
            <a:pPr lvl="1">
              <a:defRPr/>
            </a:pPr>
            <a:r>
              <a:rPr lang="en-US" altLang="ko-KR" dirty="0"/>
              <a:t>Performs an analysis to see if the tokenization </a:t>
            </a:r>
          </a:p>
          <a:p>
            <a:pPr marL="457189" lvl="1" indent="0">
              <a:buNone/>
              <a:defRPr/>
            </a:pPr>
            <a:r>
              <a:rPr lang="en-US" altLang="ko-KR" dirty="0"/>
              <a:t>  with the </a:t>
            </a:r>
            <a:r>
              <a:rPr lang="en-US" altLang="ko-KR" dirty="0" err="1">
                <a:latin typeface="Courier New" panose="02070309020205020404" pitchFamily="49" charset="0"/>
                <a:cs typeface="Courier New" panose="02070309020205020404" pitchFamily="49" charset="0"/>
              </a:rPr>
              <a:t>lex_line</a:t>
            </a:r>
            <a:r>
              <a:rPr lang="en-US" altLang="ko-KR" dirty="0">
                <a:latin typeface="Courier New" panose="02070309020205020404" pitchFamily="49" charset="0"/>
                <a:cs typeface="Courier New" panose="02070309020205020404" pitchFamily="49" charset="0"/>
              </a:rPr>
              <a:t>() </a:t>
            </a:r>
            <a:r>
              <a:rPr lang="en-US" altLang="ko-KR" dirty="0"/>
              <a:t>is in the executable form</a:t>
            </a:r>
          </a:p>
          <a:p>
            <a:pPr lvl="1">
              <a:defRPr/>
            </a:pPr>
            <a:endParaRPr lang="ko-KR" altLang="en-US" dirty="0"/>
          </a:p>
        </p:txBody>
      </p:sp>
      <p:grpSp>
        <p:nvGrpSpPr>
          <p:cNvPr id="44" name="그룹 43">
            <a:extLst>
              <a:ext uri="{FF2B5EF4-FFF2-40B4-BE49-F238E27FC236}">
                <a16:creationId xmlns:a16="http://schemas.microsoft.com/office/drawing/2014/main" id="{78BC2CFF-04A2-5CDB-EE3A-27530B1AE21F}"/>
              </a:ext>
            </a:extLst>
          </p:cNvPr>
          <p:cNvGrpSpPr/>
          <p:nvPr/>
        </p:nvGrpSpPr>
        <p:grpSpPr>
          <a:xfrm>
            <a:off x="9584165" y="1656885"/>
            <a:ext cx="2419692" cy="4414104"/>
            <a:chOff x="8134014" y="1188323"/>
            <a:chExt cx="2419692" cy="4414104"/>
          </a:xfrm>
        </p:grpSpPr>
        <p:sp>
          <p:nvSpPr>
            <p:cNvPr id="36" name="TextBox 35">
              <a:extLst>
                <a:ext uri="{FF2B5EF4-FFF2-40B4-BE49-F238E27FC236}">
                  <a16:creationId xmlns:a16="http://schemas.microsoft.com/office/drawing/2014/main" id="{65D48CCF-1F17-CEFE-04F6-523B6D579347}"/>
                </a:ext>
              </a:extLst>
            </p:cNvPr>
            <p:cNvSpPr txBox="1"/>
            <p:nvPr/>
          </p:nvSpPr>
          <p:spPr>
            <a:xfrm>
              <a:off x="8134506" y="1188323"/>
              <a:ext cx="2419200" cy="635179"/>
            </a:xfrm>
            <a:prstGeom prst="rect">
              <a:avLst/>
            </a:prstGeom>
            <a:noFill/>
            <a:ln>
              <a:solidFill>
                <a:schemeClr val="tx1"/>
              </a:solidFill>
            </a:ln>
          </p:spPr>
          <p:txBody>
            <a:bodyPr wrap="square">
              <a:spAutoFit/>
            </a:bodyPr>
            <a:lstStyle/>
            <a:p>
              <a:pPr lvl="0">
                <a:defRPr/>
              </a:pPr>
              <a:r>
                <a:rPr lang="en-US" altLang="ko-KR" sz="1200" dirty="0"/>
                <a:t>Token</a:t>
              </a:r>
            </a:p>
            <a:p>
              <a:pPr lvl="0">
                <a:defRPr/>
              </a:pPr>
              <a:r>
                <a:rPr lang="en-US" altLang="ko-KR" sz="1200" dirty="0"/>
                <a:t>Type : TOKEN_WORD</a:t>
              </a:r>
            </a:p>
            <a:p>
              <a:pPr lvl="0">
                <a:defRPr/>
              </a:pPr>
              <a:r>
                <a:rPr lang="en-US" altLang="ko-KR" sz="1200" dirty="0"/>
                <a:t>Value : ls</a:t>
              </a:r>
              <a:endParaRPr lang="ko-KR" altLang="en-US" sz="1200" dirty="0"/>
            </a:p>
          </p:txBody>
        </p:sp>
        <p:sp>
          <p:nvSpPr>
            <p:cNvPr id="37" name="TextBox 36">
              <a:extLst>
                <a:ext uri="{FF2B5EF4-FFF2-40B4-BE49-F238E27FC236}">
                  <a16:creationId xmlns:a16="http://schemas.microsoft.com/office/drawing/2014/main" id="{783DE57C-D64D-807F-6C64-F97AC8EE0321}"/>
                </a:ext>
              </a:extLst>
            </p:cNvPr>
            <p:cNvSpPr txBox="1"/>
            <p:nvPr/>
          </p:nvSpPr>
          <p:spPr>
            <a:xfrm>
              <a:off x="8134506" y="1941878"/>
              <a:ext cx="2419200" cy="646331"/>
            </a:xfrm>
            <a:prstGeom prst="rect">
              <a:avLst/>
            </a:prstGeom>
            <a:noFill/>
            <a:ln>
              <a:solidFill>
                <a:schemeClr val="tx1"/>
              </a:solidFill>
            </a:ln>
          </p:spPr>
          <p:txBody>
            <a:bodyPr wrap="square">
              <a:spAutoFit/>
            </a:bodyPr>
            <a:lstStyle/>
            <a:p>
              <a:pPr lvl="0">
                <a:defRPr/>
              </a:pPr>
              <a:r>
                <a:rPr lang="en-US" altLang="ko-KR" sz="1200"/>
                <a:t>Token</a:t>
              </a:r>
            </a:p>
            <a:p>
              <a:pPr lvl="0">
                <a:defRPr/>
              </a:pPr>
              <a:r>
                <a:rPr lang="en-US" altLang="ko-KR" sz="1200"/>
                <a:t>Type : TOKEN_PIPE</a:t>
              </a:r>
            </a:p>
            <a:p>
              <a:pPr lvl="0">
                <a:defRPr/>
              </a:pPr>
              <a:r>
                <a:rPr lang="en-US" altLang="ko-KR" sz="1200"/>
                <a:t>Value : \0</a:t>
              </a:r>
              <a:endParaRPr lang="ko-KR" altLang="en-US" sz="1200"/>
            </a:p>
          </p:txBody>
        </p:sp>
        <p:sp>
          <p:nvSpPr>
            <p:cNvPr id="38" name="TextBox 37">
              <a:extLst>
                <a:ext uri="{FF2B5EF4-FFF2-40B4-BE49-F238E27FC236}">
                  <a16:creationId xmlns:a16="http://schemas.microsoft.com/office/drawing/2014/main" id="{5A4115D7-9CDE-EC97-418E-8C6B0869F807}"/>
                </a:ext>
              </a:extLst>
            </p:cNvPr>
            <p:cNvSpPr txBox="1"/>
            <p:nvPr/>
          </p:nvSpPr>
          <p:spPr>
            <a:xfrm>
              <a:off x="8134506" y="2695433"/>
              <a:ext cx="2419200" cy="646331"/>
            </a:xfrm>
            <a:prstGeom prst="rect">
              <a:avLst/>
            </a:prstGeom>
            <a:noFill/>
            <a:ln>
              <a:solidFill>
                <a:schemeClr val="tx1"/>
              </a:solidFill>
            </a:ln>
          </p:spPr>
          <p:txBody>
            <a:bodyPr wrap="square">
              <a:spAutoFit/>
            </a:bodyPr>
            <a:lstStyle/>
            <a:p>
              <a:pPr lvl="0">
                <a:defRPr/>
              </a:pPr>
              <a:r>
                <a:rPr lang="en-US" altLang="ko-KR" sz="1200"/>
                <a:t>Token</a:t>
              </a:r>
            </a:p>
            <a:p>
              <a:pPr lvl="0">
                <a:defRPr/>
              </a:pPr>
              <a:r>
                <a:rPr lang="en-US" altLang="ko-KR" sz="1200"/>
                <a:t>Type : TOKEN_WORD</a:t>
              </a:r>
            </a:p>
            <a:p>
              <a:pPr lvl="0">
                <a:defRPr/>
              </a:pPr>
              <a:r>
                <a:rPr lang="en-US" altLang="ko-KR" sz="1200"/>
                <a:t>Value : sort</a:t>
              </a:r>
              <a:endParaRPr lang="ko-KR" altLang="en-US" sz="1200"/>
            </a:p>
          </p:txBody>
        </p:sp>
        <p:sp>
          <p:nvSpPr>
            <p:cNvPr id="39" name="TextBox 38">
              <a:extLst>
                <a:ext uri="{FF2B5EF4-FFF2-40B4-BE49-F238E27FC236}">
                  <a16:creationId xmlns:a16="http://schemas.microsoft.com/office/drawing/2014/main" id="{E3E42CDB-2526-3CF7-3934-1903BED44648}"/>
                </a:ext>
              </a:extLst>
            </p:cNvPr>
            <p:cNvSpPr txBox="1"/>
            <p:nvPr/>
          </p:nvSpPr>
          <p:spPr>
            <a:xfrm>
              <a:off x="8134014" y="3448988"/>
              <a:ext cx="2419692" cy="646331"/>
            </a:xfrm>
            <a:prstGeom prst="rect">
              <a:avLst/>
            </a:prstGeom>
            <a:noFill/>
            <a:ln>
              <a:solidFill>
                <a:schemeClr val="tx1"/>
              </a:solidFill>
            </a:ln>
          </p:spPr>
          <p:txBody>
            <a:bodyPr wrap="square">
              <a:spAutoFit/>
            </a:bodyPr>
            <a:lstStyle/>
            <a:p>
              <a:pPr lvl="0">
                <a:defRPr/>
              </a:pPr>
              <a:r>
                <a:rPr lang="en-US" altLang="ko-KR" sz="1200" dirty="0"/>
                <a:t>Token</a:t>
              </a:r>
            </a:p>
            <a:p>
              <a:pPr lvl="0">
                <a:defRPr/>
              </a:pPr>
              <a:r>
                <a:rPr lang="en-US" altLang="ko-KR" sz="1200" dirty="0"/>
                <a:t>Type : TOKEN_REDIRECTION_OUT</a:t>
              </a:r>
            </a:p>
            <a:p>
              <a:pPr lvl="0">
                <a:defRPr/>
              </a:pPr>
              <a:r>
                <a:rPr lang="en-US" altLang="ko-KR" sz="1200" dirty="0"/>
                <a:t>Value : \0</a:t>
              </a:r>
              <a:endParaRPr lang="ko-KR" altLang="en-US" sz="1200" dirty="0"/>
            </a:p>
          </p:txBody>
        </p:sp>
        <p:sp>
          <p:nvSpPr>
            <p:cNvPr id="40" name="TextBox 39">
              <a:extLst>
                <a:ext uri="{FF2B5EF4-FFF2-40B4-BE49-F238E27FC236}">
                  <a16:creationId xmlns:a16="http://schemas.microsoft.com/office/drawing/2014/main" id="{129F9512-DFFA-8828-4900-04A70C7D29B9}"/>
                </a:ext>
              </a:extLst>
            </p:cNvPr>
            <p:cNvSpPr txBox="1"/>
            <p:nvPr/>
          </p:nvSpPr>
          <p:spPr>
            <a:xfrm>
              <a:off x="8134014" y="4202542"/>
              <a:ext cx="2419692" cy="646331"/>
            </a:xfrm>
            <a:prstGeom prst="rect">
              <a:avLst/>
            </a:prstGeom>
            <a:noFill/>
            <a:ln>
              <a:solidFill>
                <a:schemeClr val="tx1"/>
              </a:solidFill>
            </a:ln>
          </p:spPr>
          <p:txBody>
            <a:bodyPr wrap="square">
              <a:spAutoFit/>
            </a:bodyPr>
            <a:lstStyle/>
            <a:p>
              <a:pPr lvl="0">
                <a:defRPr/>
              </a:pPr>
              <a:r>
                <a:rPr lang="en-US" altLang="ko-KR" sz="1200"/>
                <a:t>Token</a:t>
              </a:r>
            </a:p>
            <a:p>
              <a:pPr lvl="0">
                <a:defRPr/>
              </a:pPr>
              <a:r>
                <a:rPr lang="en-US" altLang="ko-KR" sz="1200"/>
                <a:t>Type : TOKEN_WORD</a:t>
              </a:r>
            </a:p>
            <a:p>
              <a:pPr lvl="0">
                <a:defRPr/>
              </a:pPr>
              <a:r>
                <a:rPr lang="en-US" altLang="ko-KR" sz="1200"/>
                <a:t>Value : output</a:t>
              </a:r>
              <a:endParaRPr lang="ko-KR" altLang="en-US" sz="1200"/>
            </a:p>
          </p:txBody>
        </p:sp>
        <p:sp>
          <p:nvSpPr>
            <p:cNvPr id="41" name="TextBox 40">
              <a:extLst>
                <a:ext uri="{FF2B5EF4-FFF2-40B4-BE49-F238E27FC236}">
                  <a16:creationId xmlns:a16="http://schemas.microsoft.com/office/drawing/2014/main" id="{FA2F3A77-66B9-AC9A-557F-9ABE84CF0CB8}"/>
                </a:ext>
              </a:extLst>
            </p:cNvPr>
            <p:cNvSpPr txBox="1"/>
            <p:nvPr/>
          </p:nvSpPr>
          <p:spPr>
            <a:xfrm>
              <a:off x="8134014" y="4956096"/>
              <a:ext cx="2419692" cy="646331"/>
            </a:xfrm>
            <a:prstGeom prst="rect">
              <a:avLst/>
            </a:prstGeom>
            <a:noFill/>
            <a:ln>
              <a:solidFill>
                <a:schemeClr val="tx1"/>
              </a:solidFill>
            </a:ln>
          </p:spPr>
          <p:txBody>
            <a:bodyPr wrap="square">
              <a:spAutoFit/>
            </a:bodyPr>
            <a:lstStyle/>
            <a:p>
              <a:pPr lvl="0">
                <a:defRPr/>
              </a:pPr>
              <a:r>
                <a:rPr lang="en-US" altLang="ko-KR" sz="1200" dirty="0"/>
                <a:t>Token</a:t>
              </a:r>
            </a:p>
            <a:p>
              <a:pPr lvl="0">
                <a:defRPr/>
              </a:pPr>
              <a:r>
                <a:rPr lang="en-US" altLang="ko-KR" sz="1200" dirty="0"/>
                <a:t>Type : TOKEN_BG</a:t>
              </a:r>
            </a:p>
            <a:p>
              <a:pPr lvl="0">
                <a:defRPr/>
              </a:pPr>
              <a:r>
                <a:rPr lang="en-US" altLang="ko-KR" sz="1200" dirty="0"/>
                <a:t>Value : \0</a:t>
              </a:r>
              <a:endParaRPr lang="ko-KR" altLang="en-US" sz="1200" dirty="0"/>
            </a:p>
          </p:txBody>
        </p:sp>
      </p:grpSp>
      <p:pic>
        <p:nvPicPr>
          <p:cNvPr id="43" name="그림 42">
            <a:extLst>
              <a:ext uri="{FF2B5EF4-FFF2-40B4-BE49-F238E27FC236}">
                <a16:creationId xmlns:a16="http://schemas.microsoft.com/office/drawing/2014/main" id="{61949DFC-531E-F378-81EC-E6720F8112C1}"/>
              </a:ext>
            </a:extLst>
          </p:cNvPr>
          <p:cNvPicPr>
            <a:picLocks noChangeAspect="1"/>
          </p:cNvPicPr>
          <p:nvPr/>
        </p:nvPicPr>
        <p:blipFill>
          <a:blip r:embed="rId3"/>
          <a:stretch>
            <a:fillRect/>
          </a:stretch>
        </p:blipFill>
        <p:spPr>
          <a:xfrm>
            <a:off x="6920592" y="1640009"/>
            <a:ext cx="2597283" cy="1244664"/>
          </a:xfrm>
          <a:prstGeom prst="rect">
            <a:avLst/>
          </a:prstGeom>
        </p:spPr>
      </p:pic>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71C80-AC12-04D7-CABC-FB94DC83CA0B}"/>
            </a:ext>
          </a:extLst>
        </p:cNvPr>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3E4EADC4-5E86-3B2A-ACB3-AC5B3739670B}"/>
              </a:ext>
            </a:extLst>
          </p:cNvPr>
          <p:cNvSpPr>
            <a:spLocks noGrp="1"/>
          </p:cNvSpPr>
          <p:nvPr>
            <p:ph type="sldNum" sz="quarter" idx="12"/>
          </p:nvPr>
        </p:nvSpPr>
        <p:spPr/>
        <p:txBody>
          <a:bodyPr/>
          <a:lstStyle/>
          <a:p>
            <a:pPr lvl="0">
              <a:defRPr/>
            </a:pPr>
            <a:r>
              <a:rPr lang="en-US" altLang="ko-KR"/>
              <a:t>-</a:t>
            </a:r>
            <a:fld id="{3D16D23B-24D6-455E-BBD7-6975BEA16FD4}" type="slidenum">
              <a:rPr lang="en-US" altLang="en-US"/>
              <a:pPr lvl="0">
                <a:defRPr/>
              </a:pPr>
              <a:t>52</a:t>
            </a:fld>
            <a:r>
              <a:rPr lang="en-US" altLang="ko-KR"/>
              <a:t>-</a:t>
            </a:r>
          </a:p>
        </p:txBody>
      </p:sp>
      <p:sp>
        <p:nvSpPr>
          <p:cNvPr id="3" name="제목 2">
            <a:extLst>
              <a:ext uri="{FF2B5EF4-FFF2-40B4-BE49-F238E27FC236}">
                <a16:creationId xmlns:a16="http://schemas.microsoft.com/office/drawing/2014/main" id="{2444600A-4E9C-048F-F0D4-E0C352469AFB}"/>
              </a:ext>
            </a:extLst>
          </p:cNvPr>
          <p:cNvSpPr>
            <a:spLocks noGrp="1"/>
          </p:cNvSpPr>
          <p:nvPr>
            <p:ph type="title"/>
          </p:nvPr>
        </p:nvSpPr>
        <p:spPr>
          <a:xfrm>
            <a:off x="198521" y="173474"/>
            <a:ext cx="11993479" cy="573577"/>
          </a:xfrm>
        </p:spPr>
        <p:txBody>
          <a:bodyPr/>
          <a:lstStyle/>
          <a:p>
            <a:pPr lvl="0">
              <a:defRPr/>
            </a:pPr>
            <a:r>
              <a:rPr lang="en-US" altLang="ko-KR" dirty="0" err="1">
                <a:ea typeface="Tahoma" panose="020B0604030504040204" pitchFamily="34" charset="0"/>
              </a:rPr>
              <a:t>snush</a:t>
            </a:r>
            <a:r>
              <a:rPr lang="en-US" altLang="ko-KR" dirty="0">
                <a:ea typeface="Tahoma" panose="020B0604030504040204" pitchFamily="34" charset="0"/>
              </a:rPr>
              <a:t> Functions for Checking the Presence of Pipe or Background</a:t>
            </a:r>
            <a:endParaRPr lang="ko-KR" altLang="en-US" dirty="0"/>
          </a:p>
        </p:txBody>
      </p:sp>
      <p:sp>
        <p:nvSpPr>
          <p:cNvPr id="4" name="텍스트 개체 틀 3">
            <a:extLst>
              <a:ext uri="{FF2B5EF4-FFF2-40B4-BE49-F238E27FC236}">
                <a16:creationId xmlns:a16="http://schemas.microsoft.com/office/drawing/2014/main" id="{D15F8D91-3B8A-5604-22F9-4165E113C742}"/>
              </a:ext>
            </a:extLst>
          </p:cNvPr>
          <p:cNvSpPr>
            <a:spLocks noGrp="1"/>
          </p:cNvSpPr>
          <p:nvPr>
            <p:ph type="body" sz="quarter" idx="13"/>
          </p:nvPr>
        </p:nvSpPr>
        <p:spPr>
          <a:xfrm>
            <a:off x="350553" y="939800"/>
            <a:ext cx="11480280" cy="5140325"/>
          </a:xfrm>
        </p:spPr>
        <p:txBody>
          <a:bodyPr/>
          <a:lstStyle/>
          <a:p>
            <a:pPr lvl="0">
              <a:defRPr/>
            </a:pPr>
            <a:r>
              <a:rPr lang="en-US" altLang="ko-KR" dirty="0">
                <a:ea typeface="Tahoma" panose="020B0604030504040204" pitchFamily="34" charset="0"/>
              </a:rPr>
              <a:t>Pipe / background command check</a:t>
            </a:r>
          </a:p>
          <a:p>
            <a:pPr lvl="1">
              <a:defRPr/>
            </a:pPr>
            <a:r>
              <a:rPr lang="en-US" altLang="ko-KR" dirty="0" err="1">
                <a:latin typeface="Courier New" panose="02070309020205020404" pitchFamily="49" charset="0"/>
                <a:ea typeface="Tahoma" panose="020B0604030504040204" pitchFamily="34" charset="0"/>
                <a:cs typeface="Courier New" panose="02070309020205020404" pitchFamily="49" charset="0"/>
              </a:rPr>
              <a:t>count_pipe</a:t>
            </a:r>
            <a:r>
              <a:rPr lang="en-US" altLang="ko-KR" dirty="0">
                <a:latin typeface="Courier New" panose="02070309020205020404" pitchFamily="49" charset="0"/>
                <a:ea typeface="Tahoma" panose="020B0604030504040204" pitchFamily="34" charset="0"/>
                <a:cs typeface="Courier New" panose="02070309020205020404" pitchFamily="49" charset="0"/>
              </a:rPr>
              <a:t>()</a:t>
            </a:r>
            <a:r>
              <a:rPr lang="en-US" altLang="ko-KR" dirty="0">
                <a:ea typeface="Tahoma" panose="020B0604030504040204" pitchFamily="34" charset="0"/>
              </a:rPr>
              <a:t>: counts the number of pipes in the command</a:t>
            </a:r>
          </a:p>
          <a:p>
            <a:pPr lvl="1">
              <a:defRPr/>
            </a:pPr>
            <a:r>
              <a:rPr lang="en-US" altLang="ko-KR" dirty="0" err="1">
                <a:latin typeface="Courier New" panose="02070309020205020404" pitchFamily="49" charset="0"/>
                <a:ea typeface="Tahoma" panose="020B0604030504040204" pitchFamily="34" charset="0"/>
                <a:cs typeface="Courier New" panose="02070309020205020404" pitchFamily="49" charset="0"/>
              </a:rPr>
              <a:t>check_bg</a:t>
            </a:r>
            <a:r>
              <a:rPr lang="en-US" altLang="ko-KR" dirty="0">
                <a:latin typeface="Courier New" panose="02070309020205020404" pitchFamily="49" charset="0"/>
                <a:ea typeface="Tahoma" panose="020B0604030504040204" pitchFamily="34" charset="0"/>
                <a:cs typeface="Courier New" panose="02070309020205020404" pitchFamily="49" charset="0"/>
              </a:rPr>
              <a:t>()</a:t>
            </a:r>
            <a:r>
              <a:rPr lang="en-US" altLang="ko-KR" dirty="0">
                <a:ea typeface="Tahoma" panose="020B0604030504040204" pitchFamily="34" charset="0"/>
              </a:rPr>
              <a:t>: checks if background process control operator ‘</a:t>
            </a:r>
            <a:r>
              <a:rPr lang="en-US" altLang="ko-KR" dirty="0">
                <a:latin typeface="Courier New" panose="02070309020205020404" pitchFamily="49" charset="0"/>
                <a:ea typeface="Tahoma" panose="020B0604030504040204" pitchFamily="34" charset="0"/>
                <a:cs typeface="Courier New" panose="02070309020205020404" pitchFamily="49" charset="0"/>
              </a:rPr>
              <a:t>&amp;</a:t>
            </a:r>
            <a:r>
              <a:rPr lang="en-US" altLang="ko-KR" dirty="0">
                <a:ea typeface="Tahoma" panose="020B0604030504040204" pitchFamily="34" charset="0"/>
              </a:rPr>
              <a:t>’ exists</a:t>
            </a:r>
          </a:p>
          <a:p>
            <a:pPr lvl="0">
              <a:defRPr/>
            </a:pPr>
            <a:endParaRPr lang="en-US" altLang="ko-KR" dirty="0">
              <a:ea typeface="Tahoma" panose="020B0604030504040204" pitchFamily="34" charset="0"/>
            </a:endParaRPr>
          </a:p>
          <a:p>
            <a:pPr>
              <a:defRPr/>
            </a:pPr>
            <a:r>
              <a:rPr lang="en-US" altLang="ko-KR" dirty="0"/>
              <a:t>Do not modify these functions</a:t>
            </a:r>
            <a:endParaRPr lang="ko-KR" altLang="en-US" dirty="0"/>
          </a:p>
          <a:p>
            <a:pPr lvl="0">
              <a:defRPr/>
            </a:pPr>
            <a:endParaRPr lang="en-US" altLang="ko-KR" dirty="0">
              <a:ea typeface="Tahoma" panose="020B0604030504040204" pitchFamily="34" charset="0"/>
            </a:endParaRPr>
          </a:p>
        </p:txBody>
      </p:sp>
    </p:spTree>
    <p:extLst>
      <p:ext uri="{BB962C8B-B14F-4D97-AF65-F5344CB8AC3E}">
        <p14:creationId xmlns:p14="http://schemas.microsoft.com/office/powerpoint/2010/main" val="3729243744"/>
      </p:ext>
    </p:extLst>
  </p:cSld>
  <p:clrMapOvr>
    <a:masterClrMapping/>
  </p:clrMapOvr>
  <p:transition/>
</p:sld>
</file>

<file path=ppt/theme/theme1.xml><?xml version="1.0" encoding="utf-8"?>
<a:theme xmlns:a="http://schemas.openxmlformats.org/drawingml/2006/main" name="1_Office 테마">
  <a:themeElements>
    <a:clrScheme name="파랑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맑은 고딕">
      <a:majorFont>
        <a:latin typeface="Calibri" panose="20000000000000000000"/>
        <a:ea typeface=""/>
        <a:cs typeface=""/>
        <a:font script="Jpan" typeface="メイリオ"/>
        <a:font script="Hang" typeface="맑은 고딕"/>
        <a:font script="Hans" typeface="SimSu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20000000000000000000"/>
        <a:ea typeface=""/>
        <a:cs typeface=""/>
        <a:font script="Jpan" typeface="メイリオ"/>
        <a:font script="Hang" typeface="맑은 고딕"/>
        <a:font script="Hans" typeface="SimSu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21474836470000000000"/>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21474836470000000000"/>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7302</TotalTime>
  <Words>4813</Words>
  <Application>Microsoft Office PowerPoint</Application>
  <PresentationFormat>와이드스크린</PresentationFormat>
  <Paragraphs>833</Paragraphs>
  <Slides>52</Slides>
  <Notes>41</Notes>
  <HiddenSlides>0</HiddenSlides>
  <MMClips>0</MMClips>
  <ScaleCrop>false</ScaleCrop>
  <HeadingPairs>
    <vt:vector size="6" baseType="variant">
      <vt:variant>
        <vt:lpstr>사용한 글꼴</vt:lpstr>
      </vt:variant>
      <vt:variant>
        <vt:i4>12</vt:i4>
      </vt:variant>
      <vt:variant>
        <vt:lpstr>테마</vt:lpstr>
      </vt:variant>
      <vt:variant>
        <vt:i4>1</vt:i4>
      </vt:variant>
      <vt:variant>
        <vt:lpstr>슬라이드 제목</vt:lpstr>
      </vt:variant>
      <vt:variant>
        <vt:i4>52</vt:i4>
      </vt:variant>
    </vt:vector>
  </HeadingPairs>
  <TitlesOfParts>
    <vt:vector size="65" baseType="lpstr">
      <vt:lpstr>-apple-system</vt:lpstr>
      <vt:lpstr>맑은 고딕</vt:lpstr>
      <vt:lpstr>-소망M</vt:lpstr>
      <vt:lpstr>Arial</vt:lpstr>
      <vt:lpstr>Bahnschrift</vt:lpstr>
      <vt:lpstr>Bahnschrift Light</vt:lpstr>
      <vt:lpstr>Calibri</vt:lpstr>
      <vt:lpstr>Courier New</vt:lpstr>
      <vt:lpstr>Helvetica</vt:lpstr>
      <vt:lpstr>Tahoma</vt:lpstr>
      <vt:lpstr>Times New Roman</vt:lpstr>
      <vt:lpstr>Wingdings</vt:lpstr>
      <vt:lpstr>1_Office 테마</vt:lpstr>
      <vt:lpstr>Lab 4. A Unix Shell SNU System Programming Assignment</vt:lpstr>
      <vt:lpstr>What Is a Shell?</vt:lpstr>
      <vt:lpstr>Basic Shell Flow</vt:lpstr>
      <vt:lpstr>Let’s make a simple shell - SNUSH</vt:lpstr>
      <vt:lpstr>Extra Credit for Background Process Support</vt:lpstr>
      <vt:lpstr>Basic Shell Functions</vt:lpstr>
      <vt:lpstr>APIs Behind Shell Execution</vt:lpstr>
      <vt:lpstr>APIs Behind Shell Execution</vt:lpstr>
      <vt:lpstr>A Minimal Shell for Executing a Single Command</vt:lpstr>
      <vt:lpstr>Your TO-DOs for snush: Basic Shell Functions</vt:lpstr>
      <vt:lpstr>Functions for Basic Shell</vt:lpstr>
      <vt:lpstr>Functions for Basic Shell</vt:lpstr>
      <vt:lpstr>Implementing Basic Shell Functions - fork_exec()</vt:lpstr>
      <vt:lpstr>Implementing Basic Shell Functions - handle_sigchld()</vt:lpstr>
      <vt:lpstr>Implementing Basic Shell Functions - handle_sigint()</vt:lpstr>
      <vt:lpstr>Support for Redirection</vt:lpstr>
      <vt:lpstr>System Calls for Redirection</vt:lpstr>
      <vt:lpstr>Simple Redirection Trace (1)</vt:lpstr>
      <vt:lpstr>Simple Redirection Trace (2)</vt:lpstr>
      <vt:lpstr>Simple Redirection Trace (3)</vt:lpstr>
      <vt:lpstr>Simple Redirection Trace (4)</vt:lpstr>
      <vt:lpstr>Simple Redirection Trace (5)</vt:lpstr>
      <vt:lpstr>Your TO-DOs for snush: Redirection</vt:lpstr>
      <vt:lpstr>Functions for Redirection</vt:lpstr>
      <vt:lpstr>Implementing Redirection in snush</vt:lpstr>
      <vt:lpstr>Support for Pipe</vt:lpstr>
      <vt:lpstr>Example Use of Pipes</vt:lpstr>
      <vt:lpstr>System calls for Pipe</vt:lpstr>
      <vt:lpstr>Unidirectional Communication</vt:lpstr>
      <vt:lpstr>Duplicate to Other File Descriptors</vt:lpstr>
      <vt:lpstr>Simple Pipe example</vt:lpstr>
      <vt:lpstr>Your TO-DO for snush: Pipe</vt:lpstr>
      <vt:lpstr>Functions for Pipe</vt:lpstr>
      <vt:lpstr>Implementing Pipe in snush</vt:lpstr>
      <vt:lpstr>Tips for implementing pipeline in snush</vt:lpstr>
      <vt:lpstr>Execution order of the shell and its child process</vt:lpstr>
      <vt:lpstr>Support for Background Execution</vt:lpstr>
      <vt:lpstr>Example for Background Process Execution</vt:lpstr>
      <vt:lpstr>Simple Background Execution</vt:lpstr>
      <vt:lpstr>Your TO-DO  for snush: Background Execution</vt:lpstr>
      <vt:lpstr>Functions for Background Execution</vt:lpstr>
      <vt:lpstr>Implementing Background Execution in snush</vt:lpstr>
      <vt:lpstr> Final Guidelines for snush</vt:lpstr>
      <vt:lpstr>Evaluation of your shell</vt:lpstr>
      <vt:lpstr>Evaluation of your shell</vt:lpstr>
      <vt:lpstr>Submission</vt:lpstr>
      <vt:lpstr>Out of bound of this shell lab</vt:lpstr>
      <vt:lpstr>Grading</vt:lpstr>
      <vt:lpstr>THANK YOU</vt:lpstr>
      <vt:lpstr>Appendix</vt:lpstr>
      <vt:lpstr>The Result of Parsing in snush</vt:lpstr>
      <vt:lpstr>snush Functions for Checking the Presence of Pipe or Background</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programming labs</dc:title>
  <dc:creator>Jongki Park</dc:creator>
  <cp:lastModifiedBy>신승연</cp:lastModifiedBy>
  <cp:revision>2019</cp:revision>
  <dcterms:created xsi:type="dcterms:W3CDTF">2024-06-13T02:16:16Z</dcterms:created>
  <dcterms:modified xsi:type="dcterms:W3CDTF">2025-11-06T05:35:44Z</dcterms:modified>
  <cp:version>1000.0000.01</cp:version>
</cp:coreProperties>
</file>
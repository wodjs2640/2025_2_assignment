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embeddedFontLst>
    <p:embeddedFont>
      <p:font typeface="KoPubWorld돋움체 Bold" panose="00000800000000000000" pitchFamily="2" charset="-127"/>
      <p:bold r:id="rId6"/>
    </p:embeddedFont>
    <p:embeddedFont>
      <p:font typeface="KoPubWorld돋움체 Light" panose="00000300000000000000" pitchFamily="2" charset="-127"/>
      <p:regular r:id="rId7"/>
    </p:embeddedFont>
    <p:embeddedFont>
      <p:font typeface="맑은 고딕" panose="020B0503020000020004" pitchFamily="50" charset="-127"/>
      <p:regular r:id="rId8"/>
      <p:bold r:id="rId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3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2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1.fntdata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625B98-BF7C-0900-5ED9-5DD7B9CBAD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397E7C5-425C-979B-3AC4-FFD85FB3C8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E1FD32-DBA7-E0AF-3B3B-D307B5E0D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146075-B0C4-1152-FD8E-9894CC1564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F233C2-A1D8-9391-DBE3-8020255E6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5011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1DCD5-586C-6CAE-4EF1-4E658B5D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2DBD3A-4379-4E5B-A32F-41C4AC9234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BB7DE3-E5A2-382D-7A1D-F0AEA67D0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4720D8-5CF2-098C-3888-187BFDFE5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2A4251E-5723-0A7E-322C-5A2508526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993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6FD6F8-82F2-23B6-633F-856348DB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2349B5-AA74-4121-21A2-7B9ECF1F2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561638-2402-EB3B-557C-A769356B5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76F063-4BD0-47EF-A8C2-200D5FF9E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E989B87-14E3-04E4-AB8B-064A31F88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77965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87472D-79D6-C2D9-E0B4-B74EEDF7A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CCBE7F-F87F-BCD9-3818-1C683FA926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66E0C7-E286-2C39-428D-085DB0A555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72A2DA-1717-FE48-C3A3-D82D69FDD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271CCC-9D93-53BA-1D90-39CA92C6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7BA0517-FC35-1D30-8874-CD5BDCB3A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7264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80200-2295-2376-B7EA-171142804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DBAFB2-5AD4-7E18-6360-DB1CBA0A89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485EDE-B6B1-B3D7-B384-9025D1FE5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0C6624B-C5AC-9161-896B-ED02C9D4D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EE04D7D-B683-D6B6-C005-16EB45BD1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45BE391-D87B-791D-F6BF-75F409276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1BF9C87-0EBF-EE12-BCFD-4BE25AB79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7CF4EE3-A0F8-B5E6-7CCE-65BCDA9C0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386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5A7848-7383-B111-62FC-0E70C824D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A220B03-787F-8120-87A1-595490865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E565FE0-8040-BADF-A418-CEA8F3DE7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5653D4-F3A3-6CCB-5040-6D716494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245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581BB56-5570-E478-7C08-32AE75AF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7D37211-FA74-8D39-EEED-5DAB197E1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8CC2BB-66BC-438D-F06A-646ABFDB0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9572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C86F32-1894-7F77-1EE7-233C6976ED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8523A1-648E-BE7F-31DA-26B2002A77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BC8097A-D648-1268-4059-590CB142E8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D6BD14-FBA2-0027-9EF2-2D47E6EA35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9419CF-9BF9-3D48-E33D-0D1B1E112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594D463-D956-EBBE-3F63-E36EF511A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7688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4DAB2C-4653-2BDD-6302-78C89A782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C0DF540-901F-78F2-671A-CFBD79BEC8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B62ECC9-B0D5-B229-C8A0-E6F6333577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CA374C-9A3D-A15B-2628-E82B483386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AF31BE-A3E1-366A-56F7-E7D747158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C50157A-C684-FECA-DEED-16D8F5719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28832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18E387-3322-1621-A380-DF553E21D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F1E63-18D3-CDD3-9D0F-55845F12A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C3D89E-5DCA-28BA-7BFF-91B3AEE51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CBE67E-B805-D64D-DDFC-2CB631423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46F9C80-1DC6-E65A-C2C6-F7F68D6E6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846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89D9B3-4E08-C901-3878-58C71C24CA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E6C50AA-7F03-D35E-5339-9BDC670421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95E673-6BC0-D8DB-B030-063DF881F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AF280F-473D-0EF4-FE25-B768A5238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803939-D1D6-C0D2-C423-F2D3FD1DF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557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778169-E9D7-B698-6247-E0487E5B4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F4C77C-5ACA-C65E-E6F8-2E5FEB18F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FE7324-1070-3531-3A6B-6EBC46EDD6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B42AF4-2516-49D1-9AFB-F94B82515DC7}" type="datetimeFigureOut">
              <a:rPr lang="ko-KR" altLang="en-US" smtClean="0"/>
              <a:t>2025-11-21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E443FB-299E-DD8E-0C84-C717E3962E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78CAE6E-3293-6D20-FF21-C674863504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C9F2E6-C0E1-4669-8291-01F6CC6477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83900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생성형 AI 이후, 비즈니스는 어떻게 변화할 것인가? – 제일 매거진">
            <a:extLst>
              <a:ext uri="{FF2B5EF4-FFF2-40B4-BE49-F238E27FC236}">
                <a16:creationId xmlns:a16="http://schemas.microsoft.com/office/drawing/2014/main" id="{40EBA016-BC8C-7920-D4CA-AB86DD7A33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" b="5000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411C67-3587-8519-A3BD-36C1F9D4D4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5163" y="1041400"/>
            <a:ext cx="10381673" cy="2387600"/>
          </a:xfrm>
        </p:spPr>
        <p:txBody>
          <a:bodyPr>
            <a:normAutofit/>
          </a:bodyPr>
          <a:lstStyle/>
          <a:p>
            <a:r>
              <a:rPr lang="ko-KR" altLang="en-US" sz="48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과제에서 </a:t>
            </a:r>
            <a:r>
              <a:rPr lang="en-US" altLang="ko-KR" sz="48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</a:t>
            </a:r>
            <a:r>
              <a:rPr lang="ko-KR" altLang="en-US" sz="48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사용을 허용해도 되는 이유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5C1EADC-48ED-3693-6A5A-B8FF892016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altLang="ko-KR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en-US" altLang="ko-KR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박재언</a:t>
            </a:r>
          </a:p>
        </p:txBody>
      </p:sp>
    </p:spTree>
    <p:extLst>
      <p:ext uri="{BB962C8B-B14F-4D97-AF65-F5344CB8AC3E}">
        <p14:creationId xmlns:p14="http://schemas.microsoft.com/office/powerpoint/2010/main" val="2778701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AI퍼스트] 생성형 AI 14종 비교 분석 ― 누가 우리의 진정한 동반자가 될 것인가? &lt; 기획특집 &lt; 기사본문 - 웨이크업 뉴스">
            <a:extLst>
              <a:ext uri="{FF2B5EF4-FFF2-40B4-BE49-F238E27FC236}">
                <a16:creationId xmlns:a16="http://schemas.microsoft.com/office/drawing/2014/main" id="{292C759F-5EA0-1DC3-F072-20F44C4E2EB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8" t="7273" r="3234" b="11381"/>
          <a:stretch>
            <a:fillRect/>
          </a:stretch>
        </p:blipFill>
        <p:spPr bwMode="auto">
          <a:xfrm>
            <a:off x="519293" y="574482"/>
            <a:ext cx="11153414" cy="57090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6354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F1F6A-AC0C-85EB-BE47-1B90994ED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서론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12F0B4-858E-E079-3A46-40298D290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GPT </a:t>
            </a:r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붐이 일어난 이후</a:t>
            </a:r>
            <a: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, </a:t>
            </a:r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많은 학생들이 과제에서 </a:t>
            </a:r>
            <a: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AI </a:t>
            </a:r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사용을 하고 있음</a:t>
            </a:r>
            <a:b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</a:br>
            <a:endParaRPr lang="en-US" altLang="ko-KR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현재 많은 수업들이 과제에서 </a:t>
            </a:r>
            <a:r>
              <a:rPr lang="en-US" altLang="ko-KR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AI </a:t>
            </a:r>
            <a:r>
              <a:rPr lang="ko-KR" altLang="en-US" dirty="0"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사용을 못하게 함</a:t>
            </a:r>
            <a:endParaRPr lang="en-US" altLang="ko-KR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endParaRPr lang="ko-KR" altLang="en-US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81387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85BD3-58FF-8CEE-0B5B-8E9246A64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E760BC-BEFD-1646-7FB3-8BEA2A10E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본론 </a:t>
            </a:r>
            <a:r>
              <a:rPr lang="en-US" altLang="ko-KR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1 – </a:t>
            </a:r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현재 수업들이 </a:t>
            </a:r>
            <a:r>
              <a:rPr lang="en-US" altLang="ko-KR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</a:t>
            </a:r>
            <a:r>
              <a:rPr lang="ko-KR" altLang="en-US" sz="4000" dirty="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사용을 금지하는 이유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91419-0816-EABB-B85F-032737848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4675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38</Words>
  <Application>Microsoft Office PowerPoint</Application>
  <PresentationFormat>와이드스크린</PresentationFormat>
  <Paragraphs>8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9" baseType="lpstr">
      <vt:lpstr>KoPubWorld돋움체 Bold</vt:lpstr>
      <vt:lpstr>Arial</vt:lpstr>
      <vt:lpstr>KoPubWorld돋움체 Light</vt:lpstr>
      <vt:lpstr>맑은 고딕</vt:lpstr>
      <vt:lpstr>Office 테마</vt:lpstr>
      <vt:lpstr>과제에서 AI 사용을 허용해도 되는 이유</vt:lpstr>
      <vt:lpstr>PowerPoint 프레젠테이션</vt:lpstr>
      <vt:lpstr>서론</vt:lpstr>
      <vt:lpstr>본론 1 – 현재 수업들이 AI 사용을 금지하는 이유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박재언</dc:creator>
  <cp:lastModifiedBy>박재언</cp:lastModifiedBy>
  <cp:revision>2</cp:revision>
  <dcterms:created xsi:type="dcterms:W3CDTF">2025-11-21T10:42:38Z</dcterms:created>
  <dcterms:modified xsi:type="dcterms:W3CDTF">2025-11-21T11:05:17Z</dcterms:modified>
</cp:coreProperties>
</file>
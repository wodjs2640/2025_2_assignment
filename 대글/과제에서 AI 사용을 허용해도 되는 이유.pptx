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KoPubWorld돋움체 Medium" panose="00000600000000000000" pitchFamily="2" charset="-127"/>
      <p:regular r:id="rId11"/>
    </p:embeddedFont>
    <p:embeddedFont>
      <p:font typeface="KoPubWorld돋움체 Bold" panose="00000800000000000000" pitchFamily="2" charset="-127"/>
      <p:bold r:id="rId12"/>
    </p:embeddedFont>
    <p:embeddedFont>
      <p:font typeface="KoPubWorld돋움체 Light" panose="00000300000000000000" pitchFamily="2" charset="-127"/>
      <p:regular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25B98-BF7C-0900-5ED9-5DD7B9CB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97E7C5-425C-979B-3AC4-FFD85FB3C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E1FD32-DBA7-E0AF-3B3B-D307B5E0D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146075-B0C4-1152-FD8E-9894CC15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F233C2-A1D8-9391-DBE3-8020255E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01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1DCD5-586C-6CAE-4EF1-4E658B5D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2DBD3A-4379-4E5B-A32F-41C4AC923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BB7DE3-E5A2-382D-7A1D-F0AEA67D0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4720D8-5CF2-098C-3888-187BFDFE5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A4251E-5723-0A7E-322C-5A2508526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99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FD6F8-82F2-23B6-633F-856348DB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2349B5-AA74-4121-21A2-7B9ECF1F2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561638-2402-EB3B-557C-A769356B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76F063-4BD0-47EF-A8C2-200D5FF9E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989B87-14E3-04E4-AB8B-064A31F8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79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7472D-79D6-C2D9-E0B4-B74EEDF7A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CCBE7F-F87F-BCD9-3818-1C683FA92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66E0C7-E286-2C39-428D-085DB0A55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72A2DA-1717-FE48-C3A3-D82D69FD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71CCC-9D93-53BA-1D90-39CA92C6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BA0517-FC35-1D30-8874-CD5BDCB3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264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80200-2295-2376-B7EA-171142804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DBAFB2-5AD4-7E18-6360-DB1CBA0A8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485EDE-B6B1-B3D7-B384-9025D1FE5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C6624B-C5AC-9161-896B-ED02C9D4D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E04D7D-B683-D6B6-C005-16EB45BD1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5BE391-D87B-791D-F6BF-75F409276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1BF9C87-0EBF-EE12-BCFD-4BE25AB7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CF4EE3-A0F8-B5E6-7CCE-65BCDA9C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38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A7848-7383-B111-62FC-0E70C824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220B03-787F-8120-87A1-59549086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565FE0-8040-BADF-A418-CEA8F3DE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5653D4-F3A3-6CCB-5040-6D716494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4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81BB56-5570-E478-7C08-32AE75AF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D37211-FA74-8D39-EEED-5DAB197E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8CC2BB-66BC-438D-F06A-646ABFDB0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572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86F32-1894-7F77-1EE7-233C6976E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8523A1-648E-BE7F-31DA-26B2002A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C8097A-D648-1268-4059-590CB142E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D6BD14-FBA2-0027-9EF2-2D47E6EA3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9419CF-9BF9-3D48-E33D-0D1B1E11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94D463-D956-EBBE-3F63-E36EF511A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88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DAB2C-4653-2BDD-6302-78C89A782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C0DF540-901F-78F2-671A-CFBD79BEC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62ECC9-B0D5-B229-C8A0-E6F633357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CA374C-9A3D-A15B-2628-E82B4833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AF31BE-A3E1-366A-56F7-E7D74715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50157A-C684-FECA-DEED-16D8F571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883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8E387-3322-1621-A380-DF553E21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F1E63-18D3-CDD3-9D0F-55845F12A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C3D89E-5DCA-28BA-7BFF-91B3AEE5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CBE67E-B805-D64D-DDFC-2CB63142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6F9C80-1DC6-E65A-C2C6-F7F68D6E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464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89D9B3-4E08-C901-3878-58C71C24C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6C50AA-7F03-D35E-5339-9BDC67042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95E673-6BC0-D8DB-B030-063DF881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AF280F-473D-0EF4-FE25-B768A523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803939-D1D6-C0D2-C423-F2D3FD1D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557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778169-E9D7-B698-6247-E0487E5B4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F4C77C-5ACA-C65E-E6F8-2E5FEB18F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FE7324-1070-3531-3A6B-6EBC46EDD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42AF4-2516-49D1-9AFB-F94B82515DC7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E443FB-299E-DD8E-0C84-C717E3962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8CAE6E-3293-6D20-FF21-C67486350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9F2E6-C0E1-4669-8291-01F6CC64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39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생성형 AI 이후, 비즈니스는 어떻게 변화할 것인가? – 제일 매거진">
            <a:extLst>
              <a:ext uri="{FF2B5EF4-FFF2-40B4-BE49-F238E27FC236}">
                <a16:creationId xmlns:a16="http://schemas.microsoft.com/office/drawing/2014/main" id="{40EBA016-BC8C-7920-D4CA-AB86DD7A33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411C67-3587-8519-A3BD-36C1F9D4D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163" y="2493818"/>
            <a:ext cx="10381673" cy="935182"/>
          </a:xfrm>
          <a:solidFill>
            <a:srgbClr val="FFFFFF">
              <a:alpha val="60000"/>
            </a:srgbClr>
          </a:solidFill>
        </p:spPr>
        <p:txBody>
          <a:bodyPr>
            <a:normAutofit/>
          </a:bodyPr>
          <a:lstStyle/>
          <a:p>
            <a:r>
              <a:rPr lang="ko-KR" altLang="en-US" sz="4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과제에서 </a:t>
            </a:r>
            <a:r>
              <a:rPr lang="en-US" altLang="ko-KR" sz="4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</a:t>
            </a:r>
            <a:r>
              <a:rPr lang="ko-KR" altLang="en-US" sz="4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사용을 허용해도 되는 이유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C1EADC-48ED-3693-6A5A-B8FF89201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7926" y="4036289"/>
            <a:ext cx="1256145" cy="480293"/>
          </a:xfrm>
          <a:solidFill>
            <a:srgbClr val="FFFFFF">
              <a:alpha val="60000"/>
            </a:srgbClr>
          </a:solidFill>
        </p:spPr>
        <p:txBody>
          <a:bodyPr>
            <a:normAutofit/>
          </a:bodyPr>
          <a:lstStyle/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박재언</a:t>
            </a:r>
          </a:p>
        </p:txBody>
      </p:sp>
    </p:spTree>
    <p:extLst>
      <p:ext uri="{BB962C8B-B14F-4D97-AF65-F5344CB8AC3E}">
        <p14:creationId xmlns:p14="http://schemas.microsoft.com/office/powerpoint/2010/main" val="277870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퍼스트] 생성형 AI 14종 비교 분석 ― 누가 우리의 진정한 동반자가 될 것인가? &lt; 기획특집 &lt; 기사본문 - 웨이크업 뉴스">
            <a:extLst>
              <a:ext uri="{FF2B5EF4-FFF2-40B4-BE49-F238E27FC236}">
                <a16:creationId xmlns:a16="http://schemas.microsoft.com/office/drawing/2014/main" id="{292C759F-5EA0-1DC3-F072-20F44C4E2E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8" t="7273" r="3234" b="11381"/>
          <a:stretch>
            <a:fillRect/>
          </a:stretch>
        </p:blipFill>
        <p:spPr bwMode="auto">
          <a:xfrm>
            <a:off x="519293" y="574482"/>
            <a:ext cx="11153414" cy="5709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35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F1F6A-AC0C-85EB-BE47-1B90994E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12F0B4-858E-E079-3A46-40298D290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GPT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붐이 일어난 이후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많은 학생들이 과제에서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사용을 하고 있음</a:t>
            </a:r>
            <a:b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</a:b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현재 많은 수업들이 과제에서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사용을 못하게 함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813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5BD3-58FF-8CEE-0B5B-8E9246A6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760BC-BEFD-1646-7FB3-8BEA2A10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본론 </a:t>
            </a:r>
            <a:r>
              <a:rPr lang="en-US" altLang="ko-KR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 – </a:t>
            </a:r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현재 수업들이 </a:t>
            </a:r>
            <a:r>
              <a:rPr lang="en-US" altLang="ko-KR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</a:t>
            </a:r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사용을 금지하는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591419-0816-EABB-B85F-032737848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학습률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저하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457200" lvl="1" indent="0">
              <a:buNone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457200" lvl="1" indent="0">
              <a:buNone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사용해 과제를 하면 학습이 제대로 되지 않는다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971550" lvl="1" indent="-514350">
              <a:buAutoNum type="arabicPeriod"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변별력 감소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971550" lvl="1" indent="-514350">
              <a:buAutoNum type="arabicPeriod"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457200" lvl="1" indent="0">
              <a:buNone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사용해 과제를 하면 학생들 간에 변별이 어렵다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467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31CC0-D546-FFE7-F972-D98517AE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E570C-C9B6-C5BF-4CB2-CE55CD5B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본론 </a:t>
            </a:r>
            <a:r>
              <a:rPr lang="en-US" altLang="ko-KR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 – </a:t>
            </a:r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과제에서 </a:t>
            </a:r>
            <a:r>
              <a:rPr lang="en-US" altLang="ko-KR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</a:t>
            </a:r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사용해도 되는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35F8B-6B6C-5155-0499-9C082F078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379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학습률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상승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457200" lvl="1" indent="0">
              <a:buNone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buFontTx/>
              <a:buChar char="-"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사용해 과제를 하면 학습에 도움이 된다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457200" lvl="1" indent="0">
              <a:buNone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비판적 사고능력 향상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971550" lvl="1" indent="-514350">
              <a:buAutoNum type="arabicPeriod"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buFontTx/>
              <a:buChar char="-"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사용을 할 수록 비판적 사고 능력이 향상된다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457200" lvl="1" indent="0">
              <a:buNone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514350" indent="-514350">
              <a:buAutoNum type="arabicPeriod"/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미래 직무 역량 강화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buFontTx/>
              <a:buChar char="-"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buFontTx/>
              <a:buChar char="-"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 필수 도구가 된 업무 환경에 대비하기 위해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AI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활용 경험을 쌓아야 한다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lvl="1">
              <a:buFontTx/>
              <a:buChar char="-"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58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78C24-5DD8-179D-E743-B0B680AA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511AF-ACE2-F061-87E9-B0C6057C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D16D7A-3BE0-3CE8-1E33-8E9865D3D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잘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사용하면 학습에 더 도움이 됨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과제에서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사용을 허용해도 됨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257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972C-2777-2E12-16E2-F5EA68A0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E5E8C-3E9F-AB43-7CA0-E8EC2A06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참고자료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3FE7EB-F900-3F99-B5BF-DB36CA92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오선경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&lt;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대학 교양 글쓰기에서의 </a:t>
            </a:r>
            <a:r>
              <a:rPr lang="ko-KR" altLang="ko-KR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챗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GPT 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활용 사례와 학습자 인식 연구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&gt;,  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《교양교육연구》 제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17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권 제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호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2023, 11-23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면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457200" lvl="1" indent="0">
              <a:buNone/>
            </a:pP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buFontTx/>
              <a:buChar char="-"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GPT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사용한 학습자들의 만족도를 보여줌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서종수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임세윤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&lt;Chat GPT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사용이 대학생의 비판적 사고능력에 미치는 영향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&gt;,  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《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가정과삶의질연구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》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통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권 제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179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호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2023, 109-120</a:t>
            </a:r>
            <a:r>
              <a:rPr lang="ko-KR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면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1"/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1">
              <a:buFontTx/>
              <a:buChar char="-"/>
            </a:pP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GPT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활용도가 높을수록 비판적 사고능력이 높아짐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457200" lvl="1" indent="0">
              <a:buNone/>
            </a:pP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919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EA60-79DA-6660-2E49-288699EA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B3AF5-14C0-C603-5A74-3AA12D5D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기대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585F0A-AA86-2BD2-F3FE-83A222CB5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사용이 과제나 학습에 오히려 도움을 줄 수 있다는 것을 알릴 수 있음</a:t>
            </a:r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en-US" altLang="ko-KR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학생들에게 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 시 주의사항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사용법 등에서 도움을 줄 수 있음</a:t>
            </a:r>
          </a:p>
        </p:txBody>
      </p:sp>
    </p:spTree>
    <p:extLst>
      <p:ext uri="{BB962C8B-B14F-4D97-AF65-F5344CB8AC3E}">
        <p14:creationId xmlns:p14="http://schemas.microsoft.com/office/powerpoint/2010/main" val="350705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2906351-55D7-B5D0-D789-DF316947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42465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228</Words>
  <Application>Microsoft Office PowerPoint</Application>
  <PresentationFormat>와이드스크린</PresentationFormat>
  <Paragraphs>42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Arial</vt:lpstr>
      <vt:lpstr>KoPubWorld돋움체 Medium</vt:lpstr>
      <vt:lpstr>KoPubWorld돋움체 Bold</vt:lpstr>
      <vt:lpstr>맑은 고딕</vt:lpstr>
      <vt:lpstr>KoPubWorld돋움체 Light</vt:lpstr>
      <vt:lpstr>Office 테마</vt:lpstr>
      <vt:lpstr>과제에서 AI 사용을 허용해도 되는 이유</vt:lpstr>
      <vt:lpstr>PowerPoint 프레젠테이션</vt:lpstr>
      <vt:lpstr>서론</vt:lpstr>
      <vt:lpstr>본론 1 – 현재 수업들이 AI 사용을 금지하는 이유</vt:lpstr>
      <vt:lpstr>본론 2 – 과제에서 AI를 사용해도 되는 이유</vt:lpstr>
      <vt:lpstr>결론</vt:lpstr>
      <vt:lpstr>참고자료</vt:lpstr>
      <vt:lpstr>기대 효과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박재언</dc:creator>
  <cp:lastModifiedBy>박재언</cp:lastModifiedBy>
  <cp:revision>6</cp:revision>
  <dcterms:created xsi:type="dcterms:W3CDTF">2025-11-21T10:42:38Z</dcterms:created>
  <dcterms:modified xsi:type="dcterms:W3CDTF">2025-11-21T11:56:11Z</dcterms:modified>
</cp:coreProperties>
</file>
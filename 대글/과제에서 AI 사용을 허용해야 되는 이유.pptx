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KoPubWorld돋움체 Bold" pitchFamily="2" charset="-127"/>
      <p:bold r:id="rId11"/>
    </p:embeddedFont>
    <p:embeddedFont>
      <p:font typeface="KoPubWorld돋움체 Light" pitchFamily="2" charset="-127"/>
      <p:regular r:id="rId12"/>
    </p:embeddedFont>
    <p:embeddedFont>
      <p:font typeface="KoPubWorld돋움체 Medium" pitchFamily="2" charset="-127"/>
      <p:regular r:id="rId13"/>
    </p:embeddedFont>
    <p:embeddedFont>
      <p:font typeface="맑은 고딕" panose="020B0503020000020004" pitchFamily="34" charset="-127"/>
      <p:regular r:id="rId14"/>
      <p:bold r:id="rId15"/>
    </p:embeddedFont>
    <p:embeddedFont>
      <p:font typeface="Tw Cen MT" panose="020B06020201040206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82ADD-1908-4B2E-99B7-BB7C5812F23E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58113-6D3F-4888-B98B-A72C1F20EF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80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58113-6D3F-4888-B98B-A72C1F20EF4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691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02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88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59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19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7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73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4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44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3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81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19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983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1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45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94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313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22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42AF4-2516-49D1-9AFB-F94B82515DC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47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생성형 AI 이후, 비즈니스는 어떻게 변화할 것인가? – 제일 매거진">
            <a:extLst>
              <a:ext uri="{FF2B5EF4-FFF2-40B4-BE49-F238E27FC236}">
                <a16:creationId xmlns:a16="http://schemas.microsoft.com/office/drawing/2014/main" id="{40EBA016-BC8C-7920-D4CA-AB86DD7A3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411C67-3587-8519-A3BD-36C1F9D4D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163" y="2493818"/>
            <a:ext cx="10381673" cy="935182"/>
          </a:xfrm>
          <a:solidFill>
            <a:srgbClr val="FFFFFF">
              <a:alpha val="60000"/>
            </a:srgbClr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과제에서 </a:t>
            </a:r>
            <a:r>
              <a:rPr lang="en-US" altLang="ko-KR" sz="48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sz="48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사용을 허용해야 되는 이유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C1EADC-48ED-3693-6A5A-B8FF89201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7926" y="4036289"/>
            <a:ext cx="1256145" cy="480293"/>
          </a:xfrm>
          <a:solidFill>
            <a:srgbClr val="FFFFFF">
              <a:alpha val="60000"/>
            </a:srgbClr>
          </a:solidFill>
        </p:spPr>
        <p:txBody>
          <a:bodyPr>
            <a:norm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박재언</a:t>
            </a:r>
          </a:p>
        </p:txBody>
      </p:sp>
    </p:spTree>
    <p:extLst>
      <p:ext uri="{BB962C8B-B14F-4D97-AF65-F5344CB8AC3E}">
        <p14:creationId xmlns:p14="http://schemas.microsoft.com/office/powerpoint/2010/main" val="277870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퍼스트] 생성형 AI 14종 비교 분석 ― 누가 우리의 진정한 동반자가 될 것인가? &lt; 기획특집 &lt; 기사본문 - 웨이크업 뉴스">
            <a:extLst>
              <a:ext uri="{FF2B5EF4-FFF2-40B4-BE49-F238E27FC236}">
                <a16:creationId xmlns:a16="http://schemas.microsoft.com/office/drawing/2014/main" id="{292C759F-5EA0-1DC3-F072-20F44C4E2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" t="7273" r="3234" b="11381"/>
          <a:stretch>
            <a:fillRect/>
          </a:stretch>
        </p:blipFill>
        <p:spPr bwMode="auto">
          <a:xfrm>
            <a:off x="519293" y="574482"/>
            <a:ext cx="11153414" cy="570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35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F1F6A-AC0C-85EB-BE47-1B90994E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2F0B4-858E-E079-3A46-40298D29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붐이 일어난 이후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많은 학생들이 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사용을 하고 있음</a:t>
            </a:r>
            <a:b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현재 많은 수업들이 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사용을 못하게 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813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BD3-58FF-8CEE-0B5B-8E9246A6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760BC-BEFD-1646-7FB3-8BEA2A10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본론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 –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수업들이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사용을 금지하는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91419-0816-EABB-B85F-03273784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학습률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저하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학습이 제대로 되지 않는다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변별력 감소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학생들 간에 변별이 어렵다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7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1CC0-D546-FFE7-F972-D98517AE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E570C-C9B6-C5BF-4CB2-CE55CD5B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본론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 –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과제에서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</a:t>
            </a:r>
            <a:r>
              <a:rPr lang="ko-KR" altLang="en-US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사용해야 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35F8B-6B6C-5155-0499-9C082F07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79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학습률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상승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학습에 도움이 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비판적 사고능력 향상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사용을 할 수록 비판적 사고 능력이 향상된다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미래 직무 역량 강화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필수 도구가 된 업무 환경에 대비하기 위해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활용 경험을 쌓아야 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lvl="1">
              <a:buFontTx/>
              <a:buChar char="-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58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8C24-5DD8-179D-E743-B0B680AA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511AF-ACE2-F061-87E9-B0C6057C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16D7A-3BE0-3CE8-1E33-8E9865D3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잘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사용하면 학습에 더 도움이 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사용을 허용해야 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57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972C-2777-2E12-16E2-F5EA68A0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E5E8C-3E9F-AB43-7CA0-E8EC2A06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참고자료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FE7EB-F900-3F99-B5BF-DB36CA92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ko-KR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오선경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&lt;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대학 교양 글쓰기에서의 </a:t>
            </a:r>
            <a:r>
              <a:rPr lang="ko-KR" altLang="ko-KR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챗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GPT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활용 사례와 학습자 인식 연구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&gt;, 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《교양교육연구》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권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호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2023, 11-23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면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사용한 학습자들의 만족도를 보여줌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서종수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임세윤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&lt;Chat GPT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사용이 대학생의 비판적 사고능력에 미치는 영향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&gt;, 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《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가정과삶의질연구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》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통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권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179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호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2023, 109-120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면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1"/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활용도가 높을수록 비판적 사고능력이 높아짐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9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EA60-79DA-6660-2E49-288699EA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B3AF5-14C0-C603-5A74-3AA12D5D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85F0A-AA86-2BD2-F3FE-83A222CB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사용이 과제나 학습에 오히려 도움을 줄 수 있다는 것을 알릴 수 있음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학생들에게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 시 주의사항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사용법 등에서 도움을 줄 수 있음</a:t>
            </a:r>
          </a:p>
        </p:txBody>
      </p:sp>
    </p:spTree>
    <p:extLst>
      <p:ext uri="{BB962C8B-B14F-4D97-AF65-F5344CB8AC3E}">
        <p14:creationId xmlns:p14="http://schemas.microsoft.com/office/powerpoint/2010/main" val="3507059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회로">
  <a:themeElements>
    <a:clrScheme name="회로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회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회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TM04033919[[fn=회로]]</Template>
  <TotalTime>114</TotalTime>
  <Words>228</Words>
  <Application>Microsoft Macintosh PowerPoint</Application>
  <PresentationFormat>와이드스크린</PresentationFormat>
  <Paragraphs>42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KoPubWorld돋움체 Light</vt:lpstr>
      <vt:lpstr>Arial</vt:lpstr>
      <vt:lpstr>KoPubWorld돋움체 Medium</vt:lpstr>
      <vt:lpstr>Tw Cen MT</vt:lpstr>
      <vt:lpstr>KoPubWorld돋움체 Bold</vt:lpstr>
      <vt:lpstr>맑은 고딕</vt:lpstr>
      <vt:lpstr>회로</vt:lpstr>
      <vt:lpstr>과제에서 AI 사용을 허용해야 되는 이유</vt:lpstr>
      <vt:lpstr>PowerPoint 프레젠테이션</vt:lpstr>
      <vt:lpstr>서론</vt:lpstr>
      <vt:lpstr>본론 1 – 현재 수업들이 AI 사용을 금지하는 이유</vt:lpstr>
      <vt:lpstr>본론 2 – 과제에서 AI를 사용해야 되는 이유</vt:lpstr>
      <vt:lpstr>결론</vt:lpstr>
      <vt:lpstr>참고자료</vt:lpstr>
      <vt:lpstr>기대 효과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박재언</dc:creator>
  <cp:lastModifiedBy>박재언</cp:lastModifiedBy>
  <cp:revision>9</cp:revision>
  <dcterms:created xsi:type="dcterms:W3CDTF">2025-11-21T10:42:38Z</dcterms:created>
  <dcterms:modified xsi:type="dcterms:W3CDTF">2025-11-26T06:31:30Z</dcterms:modified>
</cp:coreProperties>
</file>